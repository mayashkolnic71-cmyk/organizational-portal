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1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25"/>
    </mc:Choice>
    <mc:Fallback>
      <p:transition spd="slow" advTm="562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04"/>
    </mc:Choice>
    <mc:Fallback>
      <p:transition spd="slow" advTm="530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11"/>
    </mc:Choice>
    <mc:Fallback>
      <p:transition spd="slow" advTm="821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87"/>
    </mc:Choice>
    <mc:Fallback>
      <p:transition spd="slow" advTm="1088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53"/>
    </mc:Choice>
    <mc:Fallback>
      <p:transition spd="slow" advTm="815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67"/>
    </mc:Choice>
    <mc:Fallback>
      <p:transition spd="slow" advTm="836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01"/>
    </mc:Choice>
    <mc:Fallback>
      <p:transition spd="slow" advTm="550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85"/>
    </mc:Choice>
    <mc:Fallback>
      <p:transition spd="slow" advTm="55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76"/>
    </mc:Choice>
    <mc:Fallback>
      <p:transition spd="slow" advTm="367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84"/>
    </mc:Choice>
    <mc:Fallback>
      <p:transition spd="slow" advTm="738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988"/>
    </mc:Choice>
    <mc:Fallback>
      <p:transition spd="slow" advTm="998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501"/>
    </mc:Choice>
    <mc:Fallback>
      <p:transition spd="slow" advTm="850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61"/>
    </mc:Choice>
    <mc:Fallback>
      <p:transition spd="slow" advTm="826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661"/>
    </mc:Choice>
    <mc:Fallback>
      <p:transition spd="slow" advTm="1966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82"/>
    </mc:Choice>
    <mc:Fallback>
      <p:transition spd="slow" advTm="1508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21"/>
    </mc:Choice>
    <mc:Fallback>
      <p:transition spd="slow" advTm="602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55"/>
    </mc:Choice>
    <mc:Fallback>
      <p:transition spd="slow" advTm="8055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28"/>
    </mc:Choice>
    <mc:Fallback>
      <p:transition spd="slow" advTm="4828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74"/>
    </mc:Choice>
    <mc:Fallback>
      <p:transition spd="slow" advTm="717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536"/>
    </mc:Choice>
    <mc:Fallback>
      <p:transition spd="slow" advTm="1253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73"/>
    </mc:Choice>
    <mc:Fallback>
      <p:transition spd="slow" advTm="647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Custom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Gazit Gil</dc:creator>
  <cp:lastModifiedBy>Gazit Gil</cp:lastModifiedBy>
  <cp:revision>2</cp:revision>
  <dcterms:created xsi:type="dcterms:W3CDTF">2006-08-16T00:00:00Z</dcterms:created>
  <dcterms:modified xsi:type="dcterms:W3CDTF">2026-10-30T17:35:53Z</dcterms:modified>
</cp:coreProperties>
</file>