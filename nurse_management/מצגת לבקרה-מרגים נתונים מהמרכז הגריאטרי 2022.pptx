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theme/themeOverride1.xml" ContentType="application/vnd.openxmlformats-officedocument.themeOverride+xml"/>
  <Override PartName="/ppt/charts/chart5.xml" ContentType="application/vnd.openxmlformats-officedocument.drawingml.chart+xml"/>
  <Override PartName="/ppt/theme/themeOverride2.xml" ContentType="application/vnd.openxmlformats-officedocument.themeOverride+xml"/>
  <Override PartName="/ppt/charts/chart6.xml" ContentType="application/vnd.openxmlformats-officedocument.drawingml.chart+xml"/>
  <Override PartName="/ppt/charts/chart7.xml" ContentType="application/vnd.openxmlformats-officedocument.drawingml.chart+xml"/>
  <Override PartName="/ppt/theme/themeOverride3.xml" ContentType="application/vnd.openxmlformats-officedocument.themeOverride+xml"/>
  <Override PartName="/ppt/notesSlides/notesSlide2.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theme/themeOverride4.xml" ContentType="application/vnd.openxmlformats-officedocument.themeOverride+xml"/>
  <Override PartName="/ppt/charts/chart10.xml" ContentType="application/vnd.openxmlformats-officedocument.drawingml.chart+xml"/>
  <Override PartName="/ppt/notesSlides/notesSlide3.xml" ContentType="application/vnd.openxmlformats-officedocument.presentationml.notesSlide+xml"/>
  <Override PartName="/ppt/charts/chart11.xml" ContentType="application/vnd.openxmlformats-officedocument.drawingml.chart+xml"/>
  <Override PartName="/ppt/notesSlides/notesSlide4.xml" ContentType="application/vnd.openxmlformats-officedocument.presentationml.notesSlide+xml"/>
  <Override PartName="/ppt/charts/chart1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4"/>
    <p:sldMasterId id="2147483677" r:id="rId5"/>
  </p:sldMasterIdLst>
  <p:notesMasterIdLst>
    <p:notesMasterId r:id="rId34"/>
  </p:notesMasterIdLst>
  <p:sldIdLst>
    <p:sldId id="907" r:id="rId6"/>
    <p:sldId id="938" r:id="rId7"/>
    <p:sldId id="952" r:id="rId8"/>
    <p:sldId id="919" r:id="rId9"/>
    <p:sldId id="946" r:id="rId10"/>
    <p:sldId id="280" r:id="rId11"/>
    <p:sldId id="328" r:id="rId12"/>
    <p:sldId id="329" r:id="rId13"/>
    <p:sldId id="297" r:id="rId14"/>
    <p:sldId id="298" r:id="rId15"/>
    <p:sldId id="304" r:id="rId16"/>
    <p:sldId id="307" r:id="rId17"/>
    <p:sldId id="312" r:id="rId18"/>
    <p:sldId id="311" r:id="rId19"/>
    <p:sldId id="309" r:id="rId20"/>
    <p:sldId id="310" r:id="rId21"/>
    <p:sldId id="943" r:id="rId22"/>
    <p:sldId id="949" r:id="rId23"/>
    <p:sldId id="924" r:id="rId24"/>
    <p:sldId id="948" r:id="rId25"/>
    <p:sldId id="945" r:id="rId26"/>
    <p:sldId id="257" r:id="rId27"/>
    <p:sldId id="941" r:id="rId28"/>
    <p:sldId id="942" r:id="rId29"/>
    <p:sldId id="944" r:id="rId30"/>
    <p:sldId id="950" r:id="rId31"/>
    <p:sldId id="947" r:id="rId32"/>
    <p:sldId id="939" r:id="rId33"/>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45" userDrawn="1">
          <p15:clr>
            <a:srgbClr val="A4A3A4"/>
          </p15:clr>
        </p15:guide>
        <p15:guide id="2" pos="3840">
          <p15:clr>
            <a:srgbClr val="A4A3A4"/>
          </p15:clr>
        </p15:guide>
        <p15:guide id="3" orient="horz" pos="2260" userDrawn="1">
          <p15:clr>
            <a:srgbClr val="A4A3A4"/>
          </p15:clr>
        </p15:guide>
        <p15:guide id="4" pos="415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ליאת שירן" initials="לש" lastIdx="8"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7F8"/>
    <a:srgbClr val="4886AD"/>
    <a:srgbClr val="4C8BB3"/>
    <a:srgbClr val="FCFBFD"/>
    <a:srgbClr val="F8F8F8"/>
    <a:srgbClr val="98D5DB"/>
    <a:srgbClr val="FDFDFD"/>
    <a:srgbClr val="9CD1C3"/>
    <a:srgbClr val="FEDA02"/>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סגנון בהיר 1 - הדגשה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סגנון בהיר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ללא סגנון, ללא רשת">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סגנון ביניים 2 - הדגשה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7743" autoAdjust="0"/>
    <p:restoredTop sz="90258" autoAdjust="0"/>
  </p:normalViewPr>
  <p:slideViewPr>
    <p:cSldViewPr snapToGrid="0">
      <p:cViewPr varScale="1">
        <p:scale>
          <a:sx n="112" d="100"/>
          <a:sy n="112" d="100"/>
        </p:scale>
        <p:origin x="132" y="330"/>
      </p:cViewPr>
      <p:guideLst>
        <p:guide orient="horz" pos="845"/>
        <p:guide pos="3840"/>
        <p:guide orient="horz" pos="2260"/>
        <p:guide pos="4158"/>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tableStyles" Target="tableStyles.xml"/><Relationship Id="rId21" Type="http://schemas.openxmlformats.org/officeDocument/2006/relationships/slide" Target="slides/slide16.xml"/><Relationship Id="rId34"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commentAuthors" Target="commentAuthors.xml"/><Relationship Id="rId8" Type="http://schemas.openxmlformats.org/officeDocument/2006/relationships/slide" Target="slides/slide3.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1492;&#1497;&#1506;&#1504;&#1493;&#1514;%20&#1492;&#1497;&#1490;&#1497;&#1497;&#1504;&#1514;%20&#1497;&#1491;&#1497;&#1497;&#1501;%20&#1505;&#1500;&#1493;&#1502;&#1493;&#1503;%20%20&#1506;&#1491;&#1499;&#1504;&#1497;%2016.10.2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1.xml"/></Relationships>
</file>

<file path=ppt/charts/_rels/chart5.xml.rels><?xml version="1.0" encoding="UTF-8" standalone="yes"?>
<Relationships xmlns="http://schemas.openxmlformats.org/package/2006/relationships"><Relationship Id="rId2" Type="http://schemas.openxmlformats.org/officeDocument/2006/relationships/oleObject" Target="Book1" TargetMode="External"/><Relationship Id="rId1" Type="http://schemas.openxmlformats.org/officeDocument/2006/relationships/themeOverride" Target="../theme/themeOverride2.xml"/></Relationships>
</file>

<file path=ppt/charts/_rels/chart6.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7.xml.rels><?xml version="1.0" encoding="UTF-8" standalone="yes"?>
<Relationships xmlns="http://schemas.openxmlformats.org/package/2006/relationships"><Relationship Id="rId2" Type="http://schemas.openxmlformats.org/officeDocument/2006/relationships/package" Target="../embeddings/Microsoft_Excel_Worksheet2.xlsx"/><Relationship Id="rId1" Type="http://schemas.openxmlformats.org/officeDocument/2006/relationships/themeOverride" Target="../theme/themeOverride3.xml"/></Relationships>
</file>

<file path=ppt/charts/_rels/chart8.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9.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themeOverride" Target="../theme/themeOverride4.xml"/></Relationships>
</file>

<file path=ppt/charts/_rels/chart10.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1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_rels/chart12.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084410015804732E-2"/>
          <c:y val="0.25826934423894693"/>
          <c:w val="0.88491108953415032"/>
          <c:h val="0.57863883293658058"/>
        </c:manualLayout>
      </c:layout>
      <c:barChart>
        <c:barDir val="col"/>
        <c:grouping val="clustered"/>
        <c:varyColors val="0"/>
        <c:ser>
          <c:idx val="0"/>
          <c:order val="0"/>
          <c:tx>
            <c:strRef>
              <c:f>גיליון1!$B$1</c:f>
              <c:strCache>
                <c:ptCount val="1"/>
                <c:pt idx="0">
                  <c:v>אחוזים</c:v>
                </c:pt>
              </c:strCache>
            </c:strRef>
          </c:tx>
          <c:spPr>
            <a:solidFill>
              <a:schemeClr val="accent1"/>
            </a:solidFill>
            <a:ln>
              <a:noFill/>
            </a:ln>
            <a:effectLst/>
          </c:spPr>
          <c:invertIfNegative val="0"/>
          <c:cat>
            <c:strRef>
              <c:f>גיליון1!$A$2:$A$5</c:f>
              <c:strCache>
                <c:ptCount val="4"/>
                <c:pt idx="0">
                  <c:v>אחים ואחיות</c:v>
                </c:pt>
                <c:pt idx="1">
                  <c:v>רופאים</c:v>
                </c:pt>
                <c:pt idx="2">
                  <c:v>כוחות עזר</c:v>
                </c:pt>
                <c:pt idx="3">
                  <c:v>צוות מטפל אחר</c:v>
                </c:pt>
              </c:strCache>
            </c:strRef>
          </c:cat>
          <c:val>
            <c:numRef>
              <c:f>גיליון1!$B$2:$B$5</c:f>
              <c:numCache>
                <c:formatCode>General</c:formatCode>
                <c:ptCount val="4"/>
                <c:pt idx="0">
                  <c:v>0.7</c:v>
                </c:pt>
                <c:pt idx="1">
                  <c:v>0.5</c:v>
                </c:pt>
                <c:pt idx="2">
                  <c:v>0.72</c:v>
                </c:pt>
                <c:pt idx="3">
                  <c:v>0.51</c:v>
                </c:pt>
              </c:numCache>
            </c:numRef>
          </c:val>
          <c:extLst>
            <c:ext xmlns:c16="http://schemas.microsoft.com/office/drawing/2014/chart" uri="{C3380CC4-5D6E-409C-BE32-E72D297353CC}">
              <c16:uniqueId val="{00000000-D266-4D2E-BACA-4593E58EF6C2}"/>
            </c:ext>
          </c:extLst>
        </c:ser>
        <c:dLbls>
          <c:showLegendKey val="0"/>
          <c:showVal val="0"/>
          <c:showCatName val="0"/>
          <c:showSerName val="0"/>
          <c:showPercent val="0"/>
          <c:showBubbleSize val="0"/>
        </c:dLbls>
        <c:gapWidth val="219"/>
        <c:overlap val="-27"/>
        <c:axId val="576492463"/>
        <c:axId val="576489551"/>
      </c:barChart>
      <c:catAx>
        <c:axId val="576492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576489551"/>
        <c:crosses val="autoZero"/>
        <c:auto val="1"/>
        <c:lblAlgn val="ctr"/>
        <c:lblOffset val="100"/>
        <c:noMultiLvlLbl val="0"/>
      </c:catAx>
      <c:valAx>
        <c:axId val="57648955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5764924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e-IL"/>
              <a:t>היענות</a:t>
            </a:r>
            <a:r>
              <a:rPr lang="he-IL" baseline="0"/>
              <a:t> להיגניית ידים</a:t>
            </a:r>
            <a:endParaRPr lang="he-IL"/>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spPr>
            <a:solidFill>
              <a:schemeClr val="accent1"/>
            </a:solidFill>
            <a:ln>
              <a:noFill/>
            </a:ln>
            <a:effectLst/>
          </c:spPr>
          <c:invertIfNegative val="0"/>
          <c:cat>
            <c:strRef>
              <c:f>'פרויקט קידום בריאות '!$G$9:$I$9</c:f>
              <c:strCache>
                <c:ptCount val="3"/>
                <c:pt idx="0">
                  <c:v>סיעוד מורכב</c:v>
                </c:pt>
                <c:pt idx="2">
                  <c:v>מונשמים</c:v>
                </c:pt>
              </c:strCache>
            </c:strRef>
          </c:cat>
          <c:val>
            <c:numRef>
              <c:f>'פרויקט קידום בריאות '!$G$10:$I$10</c:f>
              <c:numCache>
                <c:formatCode>General</c:formatCode>
                <c:ptCount val="3"/>
                <c:pt idx="0" formatCode="0%">
                  <c:v>0.33</c:v>
                </c:pt>
                <c:pt idx="2" formatCode="0%">
                  <c:v>0.2</c:v>
                </c:pt>
              </c:numCache>
            </c:numRef>
          </c:val>
          <c:extLst>
            <c:ext xmlns:c16="http://schemas.microsoft.com/office/drawing/2014/chart" uri="{C3380CC4-5D6E-409C-BE32-E72D297353CC}">
              <c16:uniqueId val="{00000000-FC98-4830-B24F-A61E9447E4B4}"/>
            </c:ext>
          </c:extLst>
        </c:ser>
        <c:dLbls>
          <c:showLegendKey val="0"/>
          <c:showVal val="0"/>
          <c:showCatName val="0"/>
          <c:showSerName val="0"/>
          <c:showPercent val="0"/>
          <c:showBubbleSize val="0"/>
        </c:dLbls>
        <c:gapWidth val="219"/>
        <c:overlap val="-27"/>
        <c:axId val="94970720"/>
        <c:axId val="97116736"/>
      </c:barChart>
      <c:catAx>
        <c:axId val="94970720"/>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97116736"/>
        <c:crosses val="autoZero"/>
        <c:auto val="1"/>
        <c:lblAlgn val="ctr"/>
        <c:lblOffset val="100"/>
        <c:noMultiLvlLbl val="0"/>
      </c:catAx>
      <c:valAx>
        <c:axId val="97116736"/>
        <c:scaling>
          <c:orientation val="minMax"/>
        </c:scaling>
        <c:delete val="0"/>
        <c:axPos val="r"/>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94970720"/>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he-IL"/>
              <a:t>מונשמים</a:t>
            </a:r>
            <a:r>
              <a:rPr lang="he-IL" baseline="0"/>
              <a:t> ג</a:t>
            </a:r>
            <a:endParaRPr lang="he-IL"/>
          </a:p>
        </c:rich>
      </c:tx>
      <c:overlay val="0"/>
    </c:title>
    <c:autoTitleDeleted val="0"/>
    <c:plotArea>
      <c:layout/>
      <c:barChart>
        <c:barDir val="col"/>
        <c:grouping val="clustered"/>
        <c:varyColors val="0"/>
        <c:ser>
          <c:idx val="0"/>
          <c:order val="0"/>
          <c:invertIfNegative val="0"/>
          <c:cat>
            <c:strRef>
              <c:f>Sheet1!$A$1:$A$4</c:f>
              <c:strCache>
                <c:ptCount val="4"/>
                <c:pt idx="0">
                  <c:v>אחות</c:v>
                </c:pt>
                <c:pt idx="1">
                  <c:v>כוח עזר</c:v>
                </c:pt>
                <c:pt idx="2">
                  <c:v>מרפא בעיסוק</c:v>
                </c:pt>
                <c:pt idx="3">
                  <c:v>רופא</c:v>
                </c:pt>
              </c:strCache>
            </c:strRef>
          </c:cat>
          <c:val>
            <c:numRef>
              <c:f>Sheet1!$B$1:$B$4</c:f>
              <c:numCache>
                <c:formatCode>0%</c:formatCode>
                <c:ptCount val="4"/>
                <c:pt idx="0">
                  <c:v>0.9</c:v>
                </c:pt>
                <c:pt idx="1">
                  <c:v>0.4</c:v>
                </c:pt>
                <c:pt idx="2">
                  <c:v>0.33000000000000007</c:v>
                </c:pt>
                <c:pt idx="3">
                  <c:v>0.5</c:v>
                </c:pt>
              </c:numCache>
            </c:numRef>
          </c:val>
          <c:extLst>
            <c:ext xmlns:c16="http://schemas.microsoft.com/office/drawing/2014/chart" uri="{C3380CC4-5D6E-409C-BE32-E72D297353CC}">
              <c16:uniqueId val="{00000000-8631-4A9D-B3D2-9532D9E52D5A}"/>
            </c:ext>
          </c:extLst>
        </c:ser>
        <c:dLbls>
          <c:showLegendKey val="0"/>
          <c:showVal val="0"/>
          <c:showCatName val="0"/>
          <c:showSerName val="0"/>
          <c:showPercent val="0"/>
          <c:showBubbleSize val="0"/>
        </c:dLbls>
        <c:gapWidth val="150"/>
        <c:axId val="263994368"/>
        <c:axId val="263996160"/>
      </c:barChart>
      <c:catAx>
        <c:axId val="263994368"/>
        <c:scaling>
          <c:orientation val="maxMin"/>
        </c:scaling>
        <c:delete val="0"/>
        <c:axPos val="b"/>
        <c:numFmt formatCode="General" sourceLinked="0"/>
        <c:majorTickMark val="none"/>
        <c:minorTickMark val="none"/>
        <c:tickLblPos val="nextTo"/>
        <c:crossAx val="263996160"/>
        <c:crosses val="autoZero"/>
        <c:auto val="1"/>
        <c:lblAlgn val="ctr"/>
        <c:lblOffset val="100"/>
        <c:noMultiLvlLbl val="0"/>
      </c:catAx>
      <c:valAx>
        <c:axId val="263996160"/>
        <c:scaling>
          <c:orientation val="minMax"/>
        </c:scaling>
        <c:delete val="0"/>
        <c:axPos val="r"/>
        <c:majorGridlines/>
        <c:numFmt formatCode="0%" sourceLinked="1"/>
        <c:majorTickMark val="none"/>
        <c:minorTickMark val="none"/>
        <c:tickLblPos val="nextTo"/>
        <c:crossAx val="263994368"/>
        <c:crosses val="autoZero"/>
        <c:crossBetween val="between"/>
      </c:valAx>
    </c:plotArea>
    <c:plotVisOnly val="1"/>
    <c:dispBlanksAs val="gap"/>
    <c:showDLblsOverMax val="0"/>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he-IL"/>
              <a:t>מכון</a:t>
            </a:r>
            <a:r>
              <a:rPr lang="he-IL" baseline="0"/>
              <a:t> פזיותרפיה</a:t>
            </a:r>
            <a:endParaRPr lang="en-US"/>
          </a:p>
        </c:rich>
      </c:tx>
      <c:overlay val="0"/>
    </c:title>
    <c:autoTitleDeleted val="0"/>
    <c:plotArea>
      <c:layout/>
      <c:barChart>
        <c:barDir val="col"/>
        <c:grouping val="clustered"/>
        <c:varyColors val="0"/>
        <c:ser>
          <c:idx val="0"/>
          <c:order val="0"/>
          <c:invertIfNegative val="0"/>
          <c:cat>
            <c:strRef>
              <c:f>Sheet2!$A$1:$A$2</c:f>
              <c:strCache>
                <c:ptCount val="2"/>
                <c:pt idx="0">
                  <c:v>פזיותרפיסט</c:v>
                </c:pt>
                <c:pt idx="1">
                  <c:v>מרפא בעיסוק</c:v>
                </c:pt>
              </c:strCache>
            </c:strRef>
          </c:cat>
          <c:val>
            <c:numRef>
              <c:f>Sheet2!$B$1:$B$2</c:f>
              <c:numCache>
                <c:formatCode>0%</c:formatCode>
                <c:ptCount val="2"/>
                <c:pt idx="0">
                  <c:v>0.60000000000000009</c:v>
                </c:pt>
                <c:pt idx="1">
                  <c:v>0.4</c:v>
                </c:pt>
              </c:numCache>
            </c:numRef>
          </c:val>
          <c:extLst>
            <c:ext xmlns:c16="http://schemas.microsoft.com/office/drawing/2014/chart" uri="{C3380CC4-5D6E-409C-BE32-E72D297353CC}">
              <c16:uniqueId val="{00000000-2726-42B3-80FD-515381528C40}"/>
            </c:ext>
          </c:extLst>
        </c:ser>
        <c:dLbls>
          <c:showLegendKey val="0"/>
          <c:showVal val="0"/>
          <c:showCatName val="0"/>
          <c:showSerName val="0"/>
          <c:showPercent val="0"/>
          <c:showBubbleSize val="0"/>
        </c:dLbls>
        <c:gapWidth val="150"/>
        <c:axId val="262554368"/>
        <c:axId val="262555904"/>
      </c:barChart>
      <c:catAx>
        <c:axId val="262554368"/>
        <c:scaling>
          <c:orientation val="maxMin"/>
        </c:scaling>
        <c:delete val="0"/>
        <c:axPos val="b"/>
        <c:numFmt formatCode="General" sourceLinked="0"/>
        <c:majorTickMark val="none"/>
        <c:minorTickMark val="none"/>
        <c:tickLblPos val="nextTo"/>
        <c:crossAx val="262555904"/>
        <c:crosses val="autoZero"/>
        <c:auto val="1"/>
        <c:lblAlgn val="ctr"/>
        <c:lblOffset val="100"/>
        <c:noMultiLvlLbl val="0"/>
      </c:catAx>
      <c:valAx>
        <c:axId val="262555904"/>
        <c:scaling>
          <c:orientation val="minMax"/>
        </c:scaling>
        <c:delete val="0"/>
        <c:axPos val="r"/>
        <c:majorGridlines/>
        <c:numFmt formatCode="0%" sourceLinked="1"/>
        <c:majorTickMark val="none"/>
        <c:minorTickMark val="none"/>
        <c:tickLblPos val="nextTo"/>
        <c:crossAx val="262554368"/>
        <c:crosses val="autoZero"/>
        <c:crossBetween val="between"/>
      </c:valAx>
    </c:plotArea>
    <c:plotVisOnly val="1"/>
    <c:dispBlanksAs val="gap"/>
    <c:showDLblsOverMax val="0"/>
  </c:chart>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he-IL"/>
              <a:t>מונשמים</a:t>
            </a:r>
            <a:r>
              <a:rPr lang="he-IL" baseline="0"/>
              <a:t> ב</a:t>
            </a:r>
            <a:endParaRPr lang="he-IL"/>
          </a:p>
        </c:rich>
      </c:tx>
      <c:overlay val="0"/>
    </c:title>
    <c:autoTitleDeleted val="0"/>
    <c:plotArea>
      <c:layout/>
      <c:barChart>
        <c:barDir val="col"/>
        <c:grouping val="clustered"/>
        <c:varyColors val="0"/>
        <c:ser>
          <c:idx val="0"/>
          <c:order val="0"/>
          <c:invertIfNegative val="0"/>
          <c:cat>
            <c:strRef>
              <c:f>Sheet1!$A$1:$A$4</c:f>
              <c:strCache>
                <c:ptCount val="4"/>
                <c:pt idx="0">
                  <c:v>אחות</c:v>
                </c:pt>
                <c:pt idx="1">
                  <c:v>רופא</c:v>
                </c:pt>
                <c:pt idx="2">
                  <c:v>כוח עזר</c:v>
                </c:pt>
                <c:pt idx="3">
                  <c:v>פרא רפואי</c:v>
                </c:pt>
              </c:strCache>
            </c:strRef>
          </c:cat>
          <c:val>
            <c:numRef>
              <c:f>Sheet1!$B$1:$B$4</c:f>
              <c:numCache>
                <c:formatCode>0%</c:formatCode>
                <c:ptCount val="4"/>
                <c:pt idx="0">
                  <c:v>0.6</c:v>
                </c:pt>
                <c:pt idx="1">
                  <c:v>0.66</c:v>
                </c:pt>
                <c:pt idx="2">
                  <c:v>0.6</c:v>
                </c:pt>
                <c:pt idx="3">
                  <c:v>0.8</c:v>
                </c:pt>
              </c:numCache>
            </c:numRef>
          </c:val>
          <c:extLst>
            <c:ext xmlns:c16="http://schemas.microsoft.com/office/drawing/2014/chart" uri="{C3380CC4-5D6E-409C-BE32-E72D297353CC}">
              <c16:uniqueId val="{00000000-BD45-444C-A039-569AF43BE6E7}"/>
            </c:ext>
          </c:extLst>
        </c:ser>
        <c:dLbls>
          <c:showLegendKey val="0"/>
          <c:showVal val="0"/>
          <c:showCatName val="0"/>
          <c:showSerName val="0"/>
          <c:showPercent val="0"/>
          <c:showBubbleSize val="0"/>
        </c:dLbls>
        <c:gapWidth val="150"/>
        <c:axId val="137929856"/>
        <c:axId val="137931392"/>
      </c:barChart>
      <c:catAx>
        <c:axId val="137929856"/>
        <c:scaling>
          <c:orientation val="maxMin"/>
        </c:scaling>
        <c:delete val="0"/>
        <c:axPos val="b"/>
        <c:numFmt formatCode="General" sourceLinked="0"/>
        <c:majorTickMark val="none"/>
        <c:minorTickMark val="none"/>
        <c:tickLblPos val="nextTo"/>
        <c:crossAx val="137931392"/>
        <c:crosses val="autoZero"/>
        <c:auto val="1"/>
        <c:lblAlgn val="ctr"/>
        <c:lblOffset val="100"/>
        <c:noMultiLvlLbl val="0"/>
      </c:catAx>
      <c:valAx>
        <c:axId val="137931392"/>
        <c:scaling>
          <c:orientation val="minMax"/>
        </c:scaling>
        <c:delete val="0"/>
        <c:axPos val="r"/>
        <c:majorGridlines/>
        <c:numFmt formatCode="0%" sourceLinked="1"/>
        <c:majorTickMark val="none"/>
        <c:minorTickMark val="none"/>
        <c:tickLblPos val="nextTo"/>
        <c:crossAx val="137929856"/>
        <c:crosses val="autoZero"/>
        <c:crossBetween val="between"/>
      </c:valAx>
    </c:plotArea>
    <c:plotVisOnly val="1"/>
    <c:dispBlanksAs val="gap"/>
    <c:showDLblsOverMax val="0"/>
  </c:chart>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he-IL"/>
              <a:t>מחלקה</a:t>
            </a:r>
            <a:r>
              <a:rPr lang="he-IL" baseline="0"/>
              <a:t> סיעודית</a:t>
            </a:r>
            <a:endParaRPr lang="en-US"/>
          </a:p>
        </c:rich>
      </c:tx>
      <c:overlay val="0"/>
    </c:title>
    <c:autoTitleDeleted val="0"/>
    <c:plotArea>
      <c:layout/>
      <c:barChart>
        <c:barDir val="col"/>
        <c:grouping val="clustered"/>
        <c:varyColors val="0"/>
        <c:ser>
          <c:idx val="0"/>
          <c:order val="0"/>
          <c:invertIfNegative val="0"/>
          <c:cat>
            <c:strRef>
              <c:f>Sheet2!$A$1:$A$4</c:f>
              <c:strCache>
                <c:ptCount val="4"/>
                <c:pt idx="0">
                  <c:v>אחות</c:v>
                </c:pt>
                <c:pt idx="1">
                  <c:v>כוח עזר</c:v>
                </c:pt>
                <c:pt idx="2">
                  <c:v>רופא</c:v>
                </c:pt>
                <c:pt idx="3">
                  <c:v>פרא רפואי</c:v>
                </c:pt>
              </c:strCache>
            </c:strRef>
          </c:cat>
          <c:val>
            <c:numRef>
              <c:f>Sheet2!$B$1:$B$4</c:f>
              <c:numCache>
                <c:formatCode>0%</c:formatCode>
                <c:ptCount val="4"/>
                <c:pt idx="0">
                  <c:v>1</c:v>
                </c:pt>
                <c:pt idx="1">
                  <c:v>0.55000000000000004</c:v>
                </c:pt>
                <c:pt idx="2">
                  <c:v>1</c:v>
                </c:pt>
                <c:pt idx="3">
                  <c:v>0.65</c:v>
                </c:pt>
              </c:numCache>
            </c:numRef>
          </c:val>
          <c:extLst>
            <c:ext xmlns:c16="http://schemas.microsoft.com/office/drawing/2014/chart" uri="{C3380CC4-5D6E-409C-BE32-E72D297353CC}">
              <c16:uniqueId val="{00000000-4999-4128-867D-8B0254ABFA02}"/>
            </c:ext>
          </c:extLst>
        </c:ser>
        <c:dLbls>
          <c:showLegendKey val="0"/>
          <c:showVal val="0"/>
          <c:showCatName val="0"/>
          <c:showSerName val="0"/>
          <c:showPercent val="0"/>
          <c:showBubbleSize val="0"/>
        </c:dLbls>
        <c:gapWidth val="150"/>
        <c:axId val="158302592"/>
        <c:axId val="158304128"/>
      </c:barChart>
      <c:catAx>
        <c:axId val="158302592"/>
        <c:scaling>
          <c:orientation val="maxMin"/>
        </c:scaling>
        <c:delete val="0"/>
        <c:axPos val="b"/>
        <c:numFmt formatCode="General" sourceLinked="0"/>
        <c:majorTickMark val="none"/>
        <c:minorTickMark val="none"/>
        <c:tickLblPos val="nextTo"/>
        <c:crossAx val="158304128"/>
        <c:crosses val="autoZero"/>
        <c:auto val="1"/>
        <c:lblAlgn val="ctr"/>
        <c:lblOffset val="100"/>
        <c:noMultiLvlLbl val="0"/>
      </c:catAx>
      <c:valAx>
        <c:axId val="158304128"/>
        <c:scaling>
          <c:orientation val="minMax"/>
        </c:scaling>
        <c:delete val="0"/>
        <c:axPos val="r"/>
        <c:majorGridlines/>
        <c:numFmt formatCode="0%" sourceLinked="1"/>
        <c:majorTickMark val="none"/>
        <c:minorTickMark val="none"/>
        <c:tickLblPos val="nextTo"/>
        <c:crossAx val="158302592"/>
        <c:crosses val="autoZero"/>
        <c:crossBetween val="between"/>
      </c:valAx>
    </c:plotArea>
    <c:plotVisOnly val="1"/>
    <c:dispBlanksAs val="gap"/>
    <c:showDLblsOverMax val="0"/>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he-IL"/>
              <a:t>שיקום</a:t>
            </a:r>
            <a:r>
              <a:rPr lang="he-IL" baseline="0"/>
              <a:t> ב</a:t>
            </a:r>
            <a:endParaRPr lang="en-US"/>
          </a:p>
        </c:rich>
      </c:tx>
      <c:overlay val="0"/>
    </c:title>
    <c:autoTitleDeleted val="0"/>
    <c:plotArea>
      <c:layout>
        <c:manualLayout>
          <c:layoutTarget val="inner"/>
          <c:xMode val="edge"/>
          <c:yMode val="edge"/>
          <c:x val="4.1948206000603422E-2"/>
          <c:y val="0.24180647383712145"/>
          <c:w val="0.8700393700787401"/>
          <c:h val="0.69248067949839598"/>
        </c:manualLayout>
      </c:layout>
      <c:barChart>
        <c:barDir val="col"/>
        <c:grouping val="clustered"/>
        <c:varyColors val="0"/>
        <c:ser>
          <c:idx val="0"/>
          <c:order val="0"/>
          <c:invertIfNegative val="0"/>
          <c:cat>
            <c:strRef>
              <c:f>Sheet3!$A$1:$A$4</c:f>
              <c:strCache>
                <c:ptCount val="4"/>
                <c:pt idx="0">
                  <c:v>אחות</c:v>
                </c:pt>
                <c:pt idx="1">
                  <c:v>רופא</c:v>
                </c:pt>
                <c:pt idx="2">
                  <c:v>כוח עזר</c:v>
                </c:pt>
                <c:pt idx="3">
                  <c:v>פרא רפואי</c:v>
                </c:pt>
              </c:strCache>
            </c:strRef>
          </c:cat>
          <c:val>
            <c:numRef>
              <c:f>Sheet3!$B$1:$B$4</c:f>
              <c:numCache>
                <c:formatCode>0%</c:formatCode>
                <c:ptCount val="4"/>
                <c:pt idx="0">
                  <c:v>0.8</c:v>
                </c:pt>
                <c:pt idx="1">
                  <c:v>0.66</c:v>
                </c:pt>
                <c:pt idx="2">
                  <c:v>0.8</c:v>
                </c:pt>
                <c:pt idx="3">
                  <c:v>0.66</c:v>
                </c:pt>
              </c:numCache>
            </c:numRef>
          </c:val>
          <c:extLst>
            <c:ext xmlns:c16="http://schemas.microsoft.com/office/drawing/2014/chart" uri="{C3380CC4-5D6E-409C-BE32-E72D297353CC}">
              <c16:uniqueId val="{00000000-70D2-4DCB-8E60-BBD9DE8F4A82}"/>
            </c:ext>
          </c:extLst>
        </c:ser>
        <c:dLbls>
          <c:showLegendKey val="0"/>
          <c:showVal val="0"/>
          <c:showCatName val="0"/>
          <c:showSerName val="0"/>
          <c:showPercent val="0"/>
          <c:showBubbleSize val="0"/>
        </c:dLbls>
        <c:gapWidth val="150"/>
        <c:axId val="130902656"/>
        <c:axId val="130924928"/>
      </c:barChart>
      <c:catAx>
        <c:axId val="130902656"/>
        <c:scaling>
          <c:orientation val="maxMin"/>
        </c:scaling>
        <c:delete val="0"/>
        <c:axPos val="b"/>
        <c:numFmt formatCode="General" sourceLinked="0"/>
        <c:majorTickMark val="none"/>
        <c:minorTickMark val="none"/>
        <c:tickLblPos val="nextTo"/>
        <c:crossAx val="130924928"/>
        <c:crosses val="autoZero"/>
        <c:auto val="1"/>
        <c:lblAlgn val="ctr"/>
        <c:lblOffset val="100"/>
        <c:noMultiLvlLbl val="0"/>
      </c:catAx>
      <c:valAx>
        <c:axId val="130924928"/>
        <c:scaling>
          <c:orientation val="minMax"/>
        </c:scaling>
        <c:delete val="0"/>
        <c:axPos val="r"/>
        <c:majorGridlines/>
        <c:numFmt formatCode="0%" sourceLinked="1"/>
        <c:majorTickMark val="none"/>
        <c:minorTickMark val="none"/>
        <c:tickLblPos val="nextTo"/>
        <c:crossAx val="130902656"/>
        <c:crosses val="autoZero"/>
        <c:crossBetween val="between"/>
      </c:valAx>
    </c:plotArea>
    <c:plotVisOnly val="1"/>
    <c:dispBlanksAs val="gap"/>
    <c:showDLblsOverMax val="0"/>
  </c:chart>
  <c:externalData r:id="rId2">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he-IL"/>
              <a:t>סיעוד</a:t>
            </a:r>
            <a:r>
              <a:rPr lang="he-IL" baseline="0"/>
              <a:t> מורכב</a:t>
            </a:r>
            <a:endParaRPr lang="en-US"/>
          </a:p>
        </c:rich>
      </c:tx>
      <c:overlay val="0"/>
    </c:title>
    <c:autoTitleDeleted val="0"/>
    <c:plotArea>
      <c:layout>
        <c:manualLayout>
          <c:layoutTarget val="inner"/>
          <c:xMode val="edge"/>
          <c:yMode val="edge"/>
          <c:x val="4.4152115336102547E-2"/>
          <c:y val="0.163952115677029"/>
          <c:w val="0.87089417376768996"/>
          <c:h val="0.76867144449578451"/>
        </c:manualLayout>
      </c:layout>
      <c:barChart>
        <c:barDir val="col"/>
        <c:grouping val="clustered"/>
        <c:varyColors val="0"/>
        <c:dLbls>
          <c:showLegendKey val="0"/>
          <c:showVal val="0"/>
          <c:showCatName val="0"/>
          <c:showSerName val="0"/>
          <c:showPercent val="0"/>
          <c:showBubbleSize val="0"/>
        </c:dLbls>
        <c:gapWidth val="150"/>
        <c:axId val="130423040"/>
        <c:axId val="130466176"/>
      </c:barChart>
      <c:catAx>
        <c:axId val="130423040"/>
        <c:scaling>
          <c:orientation val="maxMin"/>
        </c:scaling>
        <c:delete val="0"/>
        <c:axPos val="b"/>
        <c:majorTickMark val="none"/>
        <c:minorTickMark val="none"/>
        <c:tickLblPos val="nextTo"/>
        <c:crossAx val="130466176"/>
        <c:crosses val="autoZero"/>
        <c:auto val="1"/>
        <c:lblAlgn val="ctr"/>
        <c:lblOffset val="100"/>
        <c:noMultiLvlLbl val="0"/>
      </c:catAx>
      <c:valAx>
        <c:axId val="130466176"/>
        <c:scaling>
          <c:orientation val="minMax"/>
        </c:scaling>
        <c:delete val="0"/>
        <c:axPos val="r"/>
        <c:majorGridlines/>
        <c:numFmt formatCode="0%" sourceLinked="1"/>
        <c:majorTickMark val="none"/>
        <c:minorTickMark val="none"/>
        <c:tickLblPos val="nextTo"/>
        <c:crossAx val="130423040"/>
        <c:crosses val="autoZero"/>
        <c:crossBetween val="between"/>
      </c:valAx>
    </c:plotArea>
    <c:plotVisOnly val="1"/>
    <c:dispBlanksAs val="gap"/>
    <c:showDLblsOverMax val="0"/>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he-IL"/>
              <a:t>סיעודי</a:t>
            </a:r>
            <a:r>
              <a:rPr lang="he-IL" baseline="0"/>
              <a:t> מורכב</a:t>
            </a:r>
            <a:endParaRPr lang="en-US"/>
          </a:p>
        </c:rich>
      </c:tx>
      <c:overlay val="0"/>
    </c:title>
    <c:autoTitleDeleted val="0"/>
    <c:plotArea>
      <c:layout/>
      <c:barChart>
        <c:barDir val="col"/>
        <c:grouping val="clustered"/>
        <c:varyColors val="0"/>
        <c:ser>
          <c:idx val="0"/>
          <c:order val="0"/>
          <c:invertIfNegative val="0"/>
          <c:cat>
            <c:strRef>
              <c:f>Sheet5!$A$1:$A$2</c:f>
              <c:strCache>
                <c:ptCount val="2"/>
                <c:pt idx="0">
                  <c:v>אחיות</c:v>
                </c:pt>
                <c:pt idx="1">
                  <c:v>כוח עזר</c:v>
                </c:pt>
              </c:strCache>
            </c:strRef>
          </c:cat>
          <c:val>
            <c:numRef>
              <c:f>Sheet5!$B$1:$B$2</c:f>
              <c:numCache>
                <c:formatCode>0%</c:formatCode>
                <c:ptCount val="2"/>
                <c:pt idx="0">
                  <c:v>0.5</c:v>
                </c:pt>
                <c:pt idx="1">
                  <c:v>0.1</c:v>
                </c:pt>
              </c:numCache>
            </c:numRef>
          </c:val>
          <c:extLst>
            <c:ext xmlns:c16="http://schemas.microsoft.com/office/drawing/2014/chart" uri="{C3380CC4-5D6E-409C-BE32-E72D297353CC}">
              <c16:uniqueId val="{00000000-FA8D-4051-AAA8-74277932CC39}"/>
            </c:ext>
          </c:extLst>
        </c:ser>
        <c:dLbls>
          <c:showLegendKey val="0"/>
          <c:showVal val="0"/>
          <c:showCatName val="0"/>
          <c:showSerName val="0"/>
          <c:showPercent val="0"/>
          <c:showBubbleSize val="0"/>
        </c:dLbls>
        <c:gapWidth val="150"/>
        <c:axId val="214784640"/>
        <c:axId val="214802816"/>
      </c:barChart>
      <c:catAx>
        <c:axId val="214784640"/>
        <c:scaling>
          <c:orientation val="maxMin"/>
        </c:scaling>
        <c:delete val="0"/>
        <c:axPos val="b"/>
        <c:numFmt formatCode="General" sourceLinked="0"/>
        <c:majorTickMark val="none"/>
        <c:minorTickMark val="none"/>
        <c:tickLblPos val="nextTo"/>
        <c:crossAx val="214802816"/>
        <c:crosses val="autoZero"/>
        <c:auto val="1"/>
        <c:lblAlgn val="ctr"/>
        <c:lblOffset val="100"/>
        <c:noMultiLvlLbl val="0"/>
      </c:catAx>
      <c:valAx>
        <c:axId val="214802816"/>
        <c:scaling>
          <c:orientation val="minMax"/>
        </c:scaling>
        <c:delete val="0"/>
        <c:axPos val="r"/>
        <c:majorGridlines/>
        <c:numFmt formatCode="0%" sourceLinked="1"/>
        <c:majorTickMark val="none"/>
        <c:minorTickMark val="none"/>
        <c:tickLblPos val="nextTo"/>
        <c:crossAx val="214784640"/>
        <c:crosses val="autoZero"/>
        <c:crossBetween val="between"/>
      </c:valAx>
    </c:plotArea>
    <c:plotVisOnly val="1"/>
    <c:dispBlanksAs val="gap"/>
    <c:showDLblsOverMax val="0"/>
  </c:chart>
  <c:externalData r:id="rId2">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he-IL"/>
              <a:t>מונשמים</a:t>
            </a:r>
            <a:r>
              <a:rPr lang="he-IL" baseline="0"/>
              <a:t> א</a:t>
            </a:r>
            <a:endParaRPr lang="en-US"/>
          </a:p>
        </c:rich>
      </c:tx>
      <c:overlay val="0"/>
    </c:title>
    <c:autoTitleDeleted val="0"/>
    <c:plotArea>
      <c:layout/>
      <c:barChart>
        <c:barDir val="col"/>
        <c:grouping val="clustered"/>
        <c:varyColors val="0"/>
        <c:ser>
          <c:idx val="0"/>
          <c:order val="0"/>
          <c:invertIfNegative val="0"/>
          <c:cat>
            <c:strRef>
              <c:f>Sheet6!$A$1:$A$3</c:f>
              <c:strCache>
                <c:ptCount val="3"/>
                <c:pt idx="0">
                  <c:v>אחות</c:v>
                </c:pt>
                <c:pt idx="1">
                  <c:v>כוח עזר</c:v>
                </c:pt>
                <c:pt idx="2">
                  <c:v>פרא רפואי</c:v>
                </c:pt>
              </c:strCache>
            </c:strRef>
          </c:cat>
          <c:val>
            <c:numRef>
              <c:f>Sheet6!$B$1:$B$3</c:f>
              <c:numCache>
                <c:formatCode>0%</c:formatCode>
                <c:ptCount val="3"/>
                <c:pt idx="0">
                  <c:v>0.6</c:v>
                </c:pt>
                <c:pt idx="1">
                  <c:v>0.5</c:v>
                </c:pt>
                <c:pt idx="2">
                  <c:v>0.75</c:v>
                </c:pt>
              </c:numCache>
            </c:numRef>
          </c:val>
          <c:extLst>
            <c:ext xmlns:c16="http://schemas.microsoft.com/office/drawing/2014/chart" uri="{C3380CC4-5D6E-409C-BE32-E72D297353CC}">
              <c16:uniqueId val="{00000000-BDD3-494B-B4D2-230171318EF2}"/>
            </c:ext>
          </c:extLst>
        </c:ser>
        <c:dLbls>
          <c:showLegendKey val="0"/>
          <c:showVal val="0"/>
          <c:showCatName val="0"/>
          <c:showSerName val="0"/>
          <c:showPercent val="0"/>
          <c:showBubbleSize val="0"/>
        </c:dLbls>
        <c:gapWidth val="150"/>
        <c:axId val="266909184"/>
        <c:axId val="47308800"/>
      </c:barChart>
      <c:catAx>
        <c:axId val="266909184"/>
        <c:scaling>
          <c:orientation val="maxMin"/>
        </c:scaling>
        <c:delete val="0"/>
        <c:axPos val="b"/>
        <c:numFmt formatCode="General" sourceLinked="0"/>
        <c:majorTickMark val="none"/>
        <c:minorTickMark val="none"/>
        <c:tickLblPos val="nextTo"/>
        <c:crossAx val="47308800"/>
        <c:crosses val="autoZero"/>
        <c:auto val="1"/>
        <c:lblAlgn val="ctr"/>
        <c:lblOffset val="100"/>
        <c:noMultiLvlLbl val="0"/>
      </c:catAx>
      <c:valAx>
        <c:axId val="47308800"/>
        <c:scaling>
          <c:orientation val="minMax"/>
        </c:scaling>
        <c:delete val="0"/>
        <c:axPos val="r"/>
        <c:majorGridlines/>
        <c:numFmt formatCode="0%" sourceLinked="1"/>
        <c:majorTickMark val="none"/>
        <c:minorTickMark val="none"/>
        <c:tickLblPos val="nextTo"/>
        <c:crossAx val="266909184"/>
        <c:crosses val="autoZero"/>
        <c:crossBetween val="between"/>
      </c:valAx>
    </c:plotArea>
    <c:plotVisOnly val="1"/>
    <c:dispBlanksAs val="gap"/>
    <c:showDLblsOverMax val="0"/>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he-IL"/>
              <a:t>לפי</a:t>
            </a:r>
            <a:r>
              <a:rPr lang="he-IL" baseline="0"/>
              <a:t> סקטורים</a:t>
            </a:r>
            <a:endParaRPr lang="en-US"/>
          </a:p>
        </c:rich>
      </c:tx>
      <c:overlay val="0"/>
    </c:title>
    <c:autoTitleDeleted val="0"/>
    <c:plotArea>
      <c:layout/>
      <c:barChart>
        <c:barDir val="col"/>
        <c:grouping val="clustered"/>
        <c:varyColors val="0"/>
        <c:ser>
          <c:idx val="0"/>
          <c:order val="0"/>
          <c:invertIfNegative val="0"/>
          <c:cat>
            <c:strRef>
              <c:f>Sheet7!$A$1:$A$4</c:f>
              <c:strCache>
                <c:ptCount val="4"/>
                <c:pt idx="0">
                  <c:v>אחיות</c:v>
                </c:pt>
                <c:pt idx="1">
                  <c:v>כוח עזר</c:v>
                </c:pt>
                <c:pt idx="2">
                  <c:v>פרא רפואי</c:v>
                </c:pt>
                <c:pt idx="3">
                  <c:v>רופא</c:v>
                </c:pt>
              </c:strCache>
            </c:strRef>
          </c:cat>
          <c:val>
            <c:numRef>
              <c:f>Sheet7!$B$1:$B$4</c:f>
              <c:numCache>
                <c:formatCode>0%</c:formatCode>
                <c:ptCount val="4"/>
                <c:pt idx="0">
                  <c:v>0.75</c:v>
                </c:pt>
                <c:pt idx="1">
                  <c:v>0.45</c:v>
                </c:pt>
                <c:pt idx="2">
                  <c:v>0.5</c:v>
                </c:pt>
                <c:pt idx="3">
                  <c:v>0.55000000000000004</c:v>
                </c:pt>
              </c:numCache>
            </c:numRef>
          </c:val>
          <c:extLst>
            <c:ext xmlns:c16="http://schemas.microsoft.com/office/drawing/2014/chart" uri="{C3380CC4-5D6E-409C-BE32-E72D297353CC}">
              <c16:uniqueId val="{00000000-7C20-47F0-8C9A-3BA87E5832BC}"/>
            </c:ext>
          </c:extLst>
        </c:ser>
        <c:dLbls>
          <c:showLegendKey val="0"/>
          <c:showVal val="0"/>
          <c:showCatName val="0"/>
          <c:showSerName val="0"/>
          <c:showPercent val="0"/>
          <c:showBubbleSize val="0"/>
        </c:dLbls>
        <c:gapWidth val="150"/>
        <c:axId val="47266432"/>
        <c:axId val="47311872"/>
      </c:barChart>
      <c:catAx>
        <c:axId val="47266432"/>
        <c:scaling>
          <c:orientation val="maxMin"/>
        </c:scaling>
        <c:delete val="0"/>
        <c:axPos val="b"/>
        <c:numFmt formatCode="General" sourceLinked="0"/>
        <c:majorTickMark val="none"/>
        <c:minorTickMark val="none"/>
        <c:tickLblPos val="nextTo"/>
        <c:crossAx val="47311872"/>
        <c:crosses val="autoZero"/>
        <c:auto val="1"/>
        <c:lblAlgn val="ctr"/>
        <c:lblOffset val="100"/>
        <c:noMultiLvlLbl val="0"/>
      </c:catAx>
      <c:valAx>
        <c:axId val="47311872"/>
        <c:scaling>
          <c:orientation val="minMax"/>
        </c:scaling>
        <c:delete val="0"/>
        <c:axPos val="r"/>
        <c:majorGridlines/>
        <c:numFmt formatCode="0%" sourceLinked="1"/>
        <c:majorTickMark val="none"/>
        <c:minorTickMark val="none"/>
        <c:tickLblPos val="nextTo"/>
        <c:crossAx val="47266432"/>
        <c:crosses val="autoZero"/>
        <c:crossBetween val="between"/>
      </c:valAx>
    </c:plotArea>
    <c:plotVisOnly val="1"/>
    <c:dispBlanksAs val="gap"/>
    <c:showDLblsOverMax val="0"/>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he-IL"/>
              <a:t>התפלגות</a:t>
            </a:r>
            <a:r>
              <a:rPr lang="he-IL" baseline="0"/>
              <a:t> מחלקתית</a:t>
            </a:r>
            <a:endParaRPr lang="en-US"/>
          </a:p>
        </c:rich>
      </c:tx>
      <c:overlay val="0"/>
    </c:title>
    <c:autoTitleDeleted val="0"/>
    <c:plotArea>
      <c:layout/>
      <c:barChart>
        <c:barDir val="col"/>
        <c:grouping val="clustered"/>
        <c:varyColors val="0"/>
        <c:ser>
          <c:idx val="0"/>
          <c:order val="0"/>
          <c:invertIfNegative val="0"/>
          <c:cat>
            <c:strRef>
              <c:f>Sheet4!$A$1:$A$7</c:f>
              <c:strCache>
                <c:ptCount val="7"/>
                <c:pt idx="0">
                  <c:v>מונשמים א</c:v>
                </c:pt>
                <c:pt idx="1">
                  <c:v>מונשמים ב</c:v>
                </c:pt>
                <c:pt idx="2">
                  <c:v>מונשמים ג</c:v>
                </c:pt>
                <c:pt idx="3">
                  <c:v>תשושי נפש</c:v>
                </c:pt>
                <c:pt idx="4">
                  <c:v>סיעודי מורכב</c:v>
                </c:pt>
                <c:pt idx="5">
                  <c:v>פזיותרפיה</c:v>
                </c:pt>
                <c:pt idx="6">
                  <c:v>סיעודי</c:v>
                </c:pt>
              </c:strCache>
            </c:strRef>
          </c:cat>
          <c:val>
            <c:numRef>
              <c:f>Sheet4!$B$1:$B$7</c:f>
              <c:numCache>
                <c:formatCode>0%</c:formatCode>
                <c:ptCount val="7"/>
                <c:pt idx="0">
                  <c:v>0.36</c:v>
                </c:pt>
                <c:pt idx="1">
                  <c:v>0.66</c:v>
                </c:pt>
                <c:pt idx="2">
                  <c:v>0.53</c:v>
                </c:pt>
                <c:pt idx="3">
                  <c:v>0.54</c:v>
                </c:pt>
                <c:pt idx="4">
                  <c:v>0.45</c:v>
                </c:pt>
                <c:pt idx="5">
                  <c:v>0.5</c:v>
                </c:pt>
                <c:pt idx="6">
                  <c:v>0.77</c:v>
                </c:pt>
              </c:numCache>
            </c:numRef>
          </c:val>
          <c:extLst>
            <c:ext xmlns:c16="http://schemas.microsoft.com/office/drawing/2014/chart" uri="{C3380CC4-5D6E-409C-BE32-E72D297353CC}">
              <c16:uniqueId val="{00000000-F799-4948-85E6-89A01DCD9F2E}"/>
            </c:ext>
          </c:extLst>
        </c:ser>
        <c:dLbls>
          <c:showLegendKey val="0"/>
          <c:showVal val="0"/>
          <c:showCatName val="0"/>
          <c:showSerName val="0"/>
          <c:showPercent val="0"/>
          <c:showBubbleSize val="0"/>
        </c:dLbls>
        <c:gapWidth val="150"/>
        <c:axId val="131062784"/>
        <c:axId val="137939584"/>
      </c:barChart>
      <c:catAx>
        <c:axId val="131062784"/>
        <c:scaling>
          <c:orientation val="maxMin"/>
        </c:scaling>
        <c:delete val="0"/>
        <c:axPos val="b"/>
        <c:numFmt formatCode="General" sourceLinked="0"/>
        <c:majorTickMark val="none"/>
        <c:minorTickMark val="none"/>
        <c:tickLblPos val="nextTo"/>
        <c:crossAx val="137939584"/>
        <c:crosses val="autoZero"/>
        <c:auto val="1"/>
        <c:lblAlgn val="ctr"/>
        <c:lblOffset val="100"/>
        <c:noMultiLvlLbl val="0"/>
      </c:catAx>
      <c:valAx>
        <c:axId val="137939584"/>
        <c:scaling>
          <c:orientation val="minMax"/>
        </c:scaling>
        <c:delete val="0"/>
        <c:axPos val="r"/>
        <c:majorGridlines/>
        <c:numFmt formatCode="0%" sourceLinked="1"/>
        <c:majorTickMark val="none"/>
        <c:minorTickMark val="none"/>
        <c:tickLblPos val="nextTo"/>
        <c:crossAx val="131062784"/>
        <c:crosses val="autoZero"/>
        <c:crossBetween val="between"/>
      </c:valAx>
    </c:plotArea>
    <c:plotVisOnly val="1"/>
    <c:dispBlanksAs val="gap"/>
    <c:showDLblsOverMax val="0"/>
  </c:chart>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B6E4978E-319C-453B-AD7A-22B2AD4488D6}" type="datetimeFigureOut">
              <a:rPr lang="he-IL" smtClean="0"/>
              <a:t>ט'/אדר א/תשפ"ד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09F6B744-73CA-44B1-9439-CB7A6F9A6C38}" type="slidenum">
              <a:rPr lang="he-IL" smtClean="0"/>
              <a:t>‹#›</a:t>
            </a:fld>
            <a:endParaRPr lang="he-IL"/>
          </a:p>
        </p:txBody>
      </p:sp>
    </p:spTree>
    <p:extLst>
      <p:ext uri="{BB962C8B-B14F-4D97-AF65-F5344CB8AC3E}">
        <p14:creationId xmlns:p14="http://schemas.microsoft.com/office/powerpoint/2010/main" val="291768436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122cf293abc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122cf293abc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49196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sz="1800" dirty="0">
                <a:effectLst/>
                <a:latin typeface="Calibri" panose="020F0502020204030204" pitchFamily="34" charset="0"/>
                <a:ea typeface="Calibri" panose="020F0502020204030204" pitchFamily="34" charset="0"/>
                <a:cs typeface="Arial" panose="020B0604020202020204" pitchFamily="34" charset="0"/>
              </a:rPr>
              <a:t>13.10.22</a:t>
            </a:r>
            <a:endParaRPr lang="he-IL" dirty="0"/>
          </a:p>
        </p:txBody>
      </p:sp>
      <p:sp>
        <p:nvSpPr>
          <p:cNvPr id="4" name="מציין מיקום של מספר שקופית 3"/>
          <p:cNvSpPr>
            <a:spLocks noGrp="1"/>
          </p:cNvSpPr>
          <p:nvPr>
            <p:ph type="sldNum" sz="quarter" idx="5"/>
          </p:nvPr>
        </p:nvSpPr>
        <p:spPr/>
        <p:txBody>
          <a:bodyPr/>
          <a:lstStyle/>
          <a:p>
            <a:fld id="{1DCCD346-C76C-4874-9762-15F165760E80}" type="slidenum">
              <a:rPr lang="he-IL" smtClean="0"/>
              <a:pPr/>
              <a:t>14</a:t>
            </a:fld>
            <a:endParaRPr lang="he-IL"/>
          </a:p>
        </p:txBody>
      </p:sp>
    </p:spTree>
    <p:extLst>
      <p:ext uri="{BB962C8B-B14F-4D97-AF65-F5344CB8AC3E}">
        <p14:creationId xmlns:p14="http://schemas.microsoft.com/office/powerpoint/2010/main" val="42379652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sz="1200" dirty="0"/>
              <a:t>תאריכים: 16.10.22 ו- 18.10.22</a:t>
            </a:r>
            <a:endParaRPr lang="he-IL" dirty="0"/>
          </a:p>
        </p:txBody>
      </p:sp>
      <p:sp>
        <p:nvSpPr>
          <p:cNvPr id="4" name="מציין מיקום של מספר שקופית 3"/>
          <p:cNvSpPr>
            <a:spLocks noGrp="1"/>
          </p:cNvSpPr>
          <p:nvPr>
            <p:ph type="sldNum" sz="quarter" idx="5"/>
          </p:nvPr>
        </p:nvSpPr>
        <p:spPr/>
        <p:txBody>
          <a:bodyPr/>
          <a:lstStyle/>
          <a:p>
            <a:fld id="{1DCCD346-C76C-4874-9762-15F165760E80}" type="slidenum">
              <a:rPr lang="he-IL" smtClean="0"/>
              <a:pPr/>
              <a:t>15</a:t>
            </a:fld>
            <a:endParaRPr lang="he-IL"/>
          </a:p>
        </p:txBody>
      </p:sp>
    </p:spTree>
    <p:extLst>
      <p:ext uri="{BB962C8B-B14F-4D97-AF65-F5344CB8AC3E}">
        <p14:creationId xmlns:p14="http://schemas.microsoft.com/office/powerpoint/2010/main" val="375213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sz="1200" dirty="0"/>
              <a:t>19.10.22</a:t>
            </a:r>
            <a:endParaRPr lang="he-IL" dirty="0"/>
          </a:p>
        </p:txBody>
      </p:sp>
      <p:sp>
        <p:nvSpPr>
          <p:cNvPr id="4" name="מציין מיקום של מספר שקופית 3"/>
          <p:cNvSpPr>
            <a:spLocks noGrp="1"/>
          </p:cNvSpPr>
          <p:nvPr>
            <p:ph type="sldNum" sz="quarter" idx="5"/>
          </p:nvPr>
        </p:nvSpPr>
        <p:spPr/>
        <p:txBody>
          <a:bodyPr/>
          <a:lstStyle/>
          <a:p>
            <a:fld id="{1DCCD346-C76C-4874-9762-15F165760E80}" type="slidenum">
              <a:rPr lang="he-IL" smtClean="0"/>
              <a:pPr/>
              <a:t>16</a:t>
            </a:fld>
            <a:endParaRPr lang="he-IL"/>
          </a:p>
        </p:txBody>
      </p:sp>
    </p:spTree>
    <p:extLst>
      <p:ext uri="{BB962C8B-B14F-4D97-AF65-F5344CB8AC3E}">
        <p14:creationId xmlns:p14="http://schemas.microsoft.com/office/powerpoint/2010/main" val="2970871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148482" name="Title Placeholder 1"/>
          <p:cNvSpPr>
            <a:spLocks noGrp="1"/>
          </p:cNvSpPr>
          <p:nvPr>
            <p:ph type="ctrTitle"/>
          </p:nvPr>
        </p:nvSpPr>
        <p:spPr>
          <a:xfrm>
            <a:off x="1523763" y="2670657"/>
            <a:ext cx="8149804" cy="1128762"/>
          </a:xfrm>
        </p:spPr>
        <p:txBody>
          <a:bodyPr/>
          <a:lstStyle>
            <a:lvl1pPr>
              <a:lnSpc>
                <a:spcPts val="4883"/>
              </a:lnSpc>
              <a:defRPr sz="4900" b="0">
                <a:solidFill>
                  <a:schemeClr val="bg2"/>
                </a:solidFill>
                <a:latin typeface="Times New Roman" pitchFamily="18" charset="0"/>
              </a:defRPr>
            </a:lvl1pPr>
          </a:lstStyle>
          <a:p>
            <a:r>
              <a:rPr lang="en-GB"/>
              <a:t>Click to edit </a:t>
            </a:r>
            <a:br>
              <a:rPr lang="en-GB"/>
            </a:br>
            <a:r>
              <a:rPr lang="en-GB"/>
              <a:t>Master title style</a:t>
            </a:r>
          </a:p>
        </p:txBody>
      </p:sp>
      <p:sp>
        <p:nvSpPr>
          <p:cNvPr id="4" name="Slide Number Placeholder 9"/>
          <p:cNvSpPr>
            <a:spLocks noGrp="1"/>
          </p:cNvSpPr>
          <p:nvPr>
            <p:ph type="sldNum" sz="quarter" idx="10"/>
          </p:nvPr>
        </p:nvSpPr>
        <p:spPr>
          <a:xfrm>
            <a:off x="554892" y="6532563"/>
            <a:ext cx="377093" cy="158750"/>
          </a:xfrm>
        </p:spPr>
        <p:txBody>
          <a:bodyPr/>
          <a:lstStyle>
            <a:lvl1pPr>
              <a:lnSpc>
                <a:spcPts val="1261"/>
              </a:lnSpc>
              <a:defRPr>
                <a:solidFill>
                  <a:schemeClr val="bg2"/>
                </a:solidFill>
              </a:defRPr>
            </a:lvl1pPr>
          </a:lstStyle>
          <a:p>
            <a:fld id="{A277BE6D-D13B-4796-A1C8-019FD2E8FB66}" type="slidenum">
              <a:rPr lang="en-GB">
                <a:solidFill>
                  <a:srgbClr val="FFFFFF"/>
                </a:solidFill>
              </a:rPr>
              <a:pPr/>
              <a:t>‹#›</a:t>
            </a:fld>
            <a:endParaRPr lang="en-GB" dirty="0">
              <a:solidFill>
                <a:srgbClr val="FFFFFF"/>
              </a:solidFill>
            </a:endParaRPr>
          </a:p>
        </p:txBody>
      </p:sp>
      <p:sp>
        <p:nvSpPr>
          <p:cNvPr id="5" name="Footer Placeholder 10"/>
          <p:cNvSpPr>
            <a:spLocks noGrp="1"/>
          </p:cNvSpPr>
          <p:nvPr>
            <p:ph type="ftr" sz="quarter" idx="11"/>
          </p:nvPr>
        </p:nvSpPr>
        <p:spPr>
          <a:xfrm>
            <a:off x="1027745" y="6532563"/>
            <a:ext cx="5756031" cy="158750"/>
          </a:xfrm>
        </p:spPr>
        <p:txBody>
          <a:bodyPr/>
          <a:lstStyle>
            <a:lvl1pPr>
              <a:lnSpc>
                <a:spcPts val="1258"/>
              </a:lnSpc>
              <a:defRPr>
                <a:solidFill>
                  <a:schemeClr val="bg2"/>
                </a:solidFill>
              </a:defRPr>
            </a:lvl1pPr>
          </a:lstStyle>
          <a:p>
            <a:pPr>
              <a:defRPr/>
            </a:pPr>
            <a:r>
              <a:rPr lang="he-IL">
                <a:solidFill>
                  <a:srgbClr val="FFFFFF"/>
                </a:solidFill>
              </a:rPr>
              <a:t>בית הדר מרכז רפואה סיעוד ושיקום </a:t>
            </a:r>
            <a:endParaRPr lang="en-GB" dirty="0">
              <a:solidFill>
                <a:srgbClr val="FFFFFF"/>
              </a:solidFill>
            </a:endParaRPr>
          </a:p>
        </p:txBody>
      </p:sp>
    </p:spTree>
    <p:extLst>
      <p:ext uri="{BB962C8B-B14F-4D97-AF65-F5344CB8AC3E}">
        <p14:creationId xmlns:p14="http://schemas.microsoft.com/office/powerpoint/2010/main" val="658543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9"/>
          <p:cNvSpPr>
            <a:spLocks noGrp="1"/>
          </p:cNvSpPr>
          <p:nvPr>
            <p:ph type="sldNum" sz="quarter" idx="10"/>
          </p:nvPr>
        </p:nvSpPr>
        <p:spPr/>
        <p:txBody>
          <a:bodyPr/>
          <a:lstStyle>
            <a:lvl1pPr>
              <a:defRPr/>
            </a:lvl1pPr>
          </a:lstStyle>
          <a:p>
            <a:fld id="{1FD32C8D-3C3C-4A9C-83E3-1121F7D962C2}" type="slidenum">
              <a:rPr lang="en-GB">
                <a:solidFill>
                  <a:srgbClr val="002776"/>
                </a:solidFill>
              </a:rPr>
              <a:pPr/>
              <a:t>‹#›</a:t>
            </a:fld>
            <a:endParaRPr lang="en-GB" dirty="0">
              <a:solidFill>
                <a:srgbClr val="002776"/>
              </a:solidFill>
            </a:endParaRPr>
          </a:p>
        </p:txBody>
      </p:sp>
      <p:sp>
        <p:nvSpPr>
          <p:cNvPr id="5"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3276142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896" y="4407220"/>
            <a:ext cx="10362333" cy="1361237"/>
          </a:xfrm>
        </p:spPr>
        <p:txBody>
          <a:bodyPr/>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963896" y="2907338"/>
            <a:ext cx="10362333" cy="1499881"/>
          </a:xfrm>
        </p:spPr>
        <p:txBody>
          <a:bodyPr anchor="b"/>
          <a:lstStyle>
            <a:lvl1pPr marL="0" indent="0">
              <a:buNone/>
              <a:defRPr sz="1900"/>
            </a:lvl1pPr>
            <a:lvl2pPr marL="428848" indent="0">
              <a:buNone/>
              <a:defRPr sz="1700"/>
            </a:lvl2pPr>
            <a:lvl3pPr marL="857698" indent="0">
              <a:buNone/>
              <a:defRPr sz="1500"/>
            </a:lvl3pPr>
            <a:lvl4pPr marL="1286547" indent="0">
              <a:buNone/>
              <a:defRPr sz="1300"/>
            </a:lvl4pPr>
            <a:lvl5pPr marL="1715397" indent="0">
              <a:buNone/>
              <a:defRPr sz="1300"/>
            </a:lvl5pPr>
            <a:lvl6pPr marL="2144246" indent="0">
              <a:buNone/>
              <a:defRPr sz="1300"/>
            </a:lvl6pPr>
            <a:lvl7pPr marL="2573094" indent="0">
              <a:buNone/>
              <a:defRPr sz="1300"/>
            </a:lvl7pPr>
            <a:lvl8pPr marL="3001946" indent="0">
              <a:buNone/>
              <a:defRPr sz="1300"/>
            </a:lvl8pPr>
            <a:lvl9pPr marL="3430790" indent="0">
              <a:buNone/>
              <a:defRPr sz="1300"/>
            </a:lvl9pPr>
          </a:lstStyle>
          <a:p>
            <a:pPr lvl="0"/>
            <a:r>
              <a:rPr lang="en-US"/>
              <a:t>Click to edit Master text styles</a:t>
            </a:r>
          </a:p>
        </p:txBody>
      </p:sp>
      <p:sp>
        <p:nvSpPr>
          <p:cNvPr id="4" name="Slide Number Placeholder 9"/>
          <p:cNvSpPr>
            <a:spLocks noGrp="1"/>
          </p:cNvSpPr>
          <p:nvPr>
            <p:ph type="sldNum" sz="quarter" idx="10"/>
          </p:nvPr>
        </p:nvSpPr>
        <p:spPr/>
        <p:txBody>
          <a:bodyPr/>
          <a:lstStyle>
            <a:lvl1pPr>
              <a:defRPr/>
            </a:lvl1pPr>
          </a:lstStyle>
          <a:p>
            <a:fld id="{81F3C1E5-DF98-48EB-BF60-025C8A76241C}" type="slidenum">
              <a:rPr lang="en-GB">
                <a:solidFill>
                  <a:srgbClr val="002776"/>
                </a:solidFill>
              </a:rPr>
              <a:pPr/>
              <a:t>‹#›</a:t>
            </a:fld>
            <a:endParaRPr lang="en-GB" dirty="0">
              <a:solidFill>
                <a:srgbClr val="002776"/>
              </a:solidFill>
            </a:endParaRPr>
          </a:p>
        </p:txBody>
      </p:sp>
      <p:sp>
        <p:nvSpPr>
          <p:cNvPr id="5"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127212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40635" y="1190382"/>
            <a:ext cx="5521704" cy="5219474"/>
          </a:xfrm>
        </p:spPr>
        <p:txBody>
          <a:bodyPr/>
          <a:lstStyle>
            <a:lvl1pPr>
              <a:defRPr sz="26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7033" y="1190382"/>
            <a:ext cx="5523627" cy="5219474"/>
          </a:xfrm>
        </p:spPr>
        <p:txBody>
          <a:bodyPr/>
          <a:lstStyle>
            <a:lvl1pPr>
              <a:defRPr sz="26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9"/>
          <p:cNvSpPr>
            <a:spLocks noGrp="1"/>
          </p:cNvSpPr>
          <p:nvPr>
            <p:ph type="sldNum" sz="quarter" idx="10"/>
          </p:nvPr>
        </p:nvSpPr>
        <p:spPr/>
        <p:txBody>
          <a:bodyPr/>
          <a:lstStyle>
            <a:lvl1pPr>
              <a:defRPr/>
            </a:lvl1pPr>
          </a:lstStyle>
          <a:p>
            <a:fld id="{29D27CE0-F016-4CE2-A51F-6151A6C3E78A}" type="slidenum">
              <a:rPr lang="en-GB">
                <a:solidFill>
                  <a:srgbClr val="002776"/>
                </a:solidFill>
              </a:rPr>
              <a:pPr/>
              <a:t>‹#›</a:t>
            </a:fld>
            <a:endParaRPr lang="en-GB" dirty="0">
              <a:solidFill>
                <a:srgbClr val="002776"/>
              </a:solidFill>
            </a:endParaRPr>
          </a:p>
        </p:txBody>
      </p:sp>
      <p:sp>
        <p:nvSpPr>
          <p:cNvPr id="6"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824495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891" y="274507"/>
            <a:ext cx="10972221" cy="1142767"/>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898" y="1534892"/>
            <a:ext cx="5387028" cy="640006"/>
          </a:xfrm>
        </p:spPr>
        <p:txBody>
          <a:bodyPr anchor="b"/>
          <a:lstStyle>
            <a:lvl1pPr marL="0" indent="0">
              <a:buNone/>
              <a:defRPr sz="2300" b="1"/>
            </a:lvl1pPr>
            <a:lvl2pPr marL="428848" indent="0">
              <a:buNone/>
              <a:defRPr sz="1900" b="1"/>
            </a:lvl2pPr>
            <a:lvl3pPr marL="857698" indent="0">
              <a:buNone/>
              <a:defRPr sz="1700" b="1"/>
            </a:lvl3pPr>
            <a:lvl4pPr marL="1286547" indent="0">
              <a:buNone/>
              <a:defRPr sz="1500" b="1"/>
            </a:lvl4pPr>
            <a:lvl5pPr marL="1715397" indent="0">
              <a:buNone/>
              <a:defRPr sz="1500" b="1"/>
            </a:lvl5pPr>
            <a:lvl6pPr marL="2144246" indent="0">
              <a:buNone/>
              <a:defRPr sz="1500" b="1"/>
            </a:lvl6pPr>
            <a:lvl7pPr marL="2573094" indent="0">
              <a:buNone/>
              <a:defRPr sz="1500" b="1"/>
            </a:lvl7pPr>
            <a:lvl8pPr marL="3001946" indent="0">
              <a:buNone/>
              <a:defRPr sz="1500" b="1"/>
            </a:lvl8pPr>
            <a:lvl9pPr marL="3430790" indent="0">
              <a:buNone/>
              <a:defRPr sz="1500" b="1"/>
            </a:lvl9pPr>
          </a:lstStyle>
          <a:p>
            <a:pPr lvl="0"/>
            <a:r>
              <a:rPr lang="en-US"/>
              <a:t>Click to edit Master text styles</a:t>
            </a:r>
          </a:p>
        </p:txBody>
      </p:sp>
      <p:sp>
        <p:nvSpPr>
          <p:cNvPr id="4" name="Content Placeholder 3"/>
          <p:cNvSpPr>
            <a:spLocks noGrp="1"/>
          </p:cNvSpPr>
          <p:nvPr>
            <p:ph sz="half" idx="2"/>
          </p:nvPr>
        </p:nvSpPr>
        <p:spPr>
          <a:xfrm>
            <a:off x="609898" y="2174916"/>
            <a:ext cx="5387028" cy="3950667"/>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163" y="1534892"/>
            <a:ext cx="5388952" cy="640006"/>
          </a:xfrm>
        </p:spPr>
        <p:txBody>
          <a:bodyPr anchor="b"/>
          <a:lstStyle>
            <a:lvl1pPr marL="0" indent="0">
              <a:buNone/>
              <a:defRPr sz="2300" b="1"/>
            </a:lvl1pPr>
            <a:lvl2pPr marL="428848" indent="0">
              <a:buNone/>
              <a:defRPr sz="1900" b="1"/>
            </a:lvl2pPr>
            <a:lvl3pPr marL="857698" indent="0">
              <a:buNone/>
              <a:defRPr sz="1700" b="1"/>
            </a:lvl3pPr>
            <a:lvl4pPr marL="1286547" indent="0">
              <a:buNone/>
              <a:defRPr sz="1500" b="1"/>
            </a:lvl4pPr>
            <a:lvl5pPr marL="1715397" indent="0">
              <a:buNone/>
              <a:defRPr sz="1500" b="1"/>
            </a:lvl5pPr>
            <a:lvl6pPr marL="2144246" indent="0">
              <a:buNone/>
              <a:defRPr sz="1500" b="1"/>
            </a:lvl6pPr>
            <a:lvl7pPr marL="2573094" indent="0">
              <a:buNone/>
              <a:defRPr sz="1500" b="1"/>
            </a:lvl7pPr>
            <a:lvl8pPr marL="3001946" indent="0">
              <a:buNone/>
              <a:defRPr sz="1500" b="1"/>
            </a:lvl8pPr>
            <a:lvl9pPr marL="3430790" indent="0">
              <a:buNone/>
              <a:defRPr sz="1500" b="1"/>
            </a:lvl9pPr>
          </a:lstStyle>
          <a:p>
            <a:pPr lvl="0"/>
            <a:r>
              <a:rPr lang="en-US"/>
              <a:t>Click to edit Master text styles</a:t>
            </a:r>
          </a:p>
        </p:txBody>
      </p:sp>
      <p:sp>
        <p:nvSpPr>
          <p:cNvPr id="6" name="Content Placeholder 5"/>
          <p:cNvSpPr>
            <a:spLocks noGrp="1"/>
          </p:cNvSpPr>
          <p:nvPr>
            <p:ph sz="quarter" idx="4"/>
          </p:nvPr>
        </p:nvSpPr>
        <p:spPr>
          <a:xfrm>
            <a:off x="6193163" y="2174916"/>
            <a:ext cx="5388952" cy="3950667"/>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9"/>
          <p:cNvSpPr>
            <a:spLocks noGrp="1"/>
          </p:cNvSpPr>
          <p:nvPr>
            <p:ph type="sldNum" sz="quarter" idx="10"/>
          </p:nvPr>
        </p:nvSpPr>
        <p:spPr/>
        <p:txBody>
          <a:bodyPr/>
          <a:lstStyle>
            <a:lvl1pPr>
              <a:defRPr/>
            </a:lvl1pPr>
          </a:lstStyle>
          <a:p>
            <a:fld id="{ABF3843A-725B-4974-A465-02E634B7085B}" type="slidenum">
              <a:rPr lang="en-GB">
                <a:solidFill>
                  <a:srgbClr val="002776"/>
                </a:solidFill>
              </a:rPr>
              <a:pPr/>
              <a:t>‹#›</a:t>
            </a:fld>
            <a:endParaRPr lang="en-GB" dirty="0">
              <a:solidFill>
                <a:srgbClr val="002776"/>
              </a:solidFill>
            </a:endParaRPr>
          </a:p>
        </p:txBody>
      </p:sp>
      <p:sp>
        <p:nvSpPr>
          <p:cNvPr id="8"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930643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9"/>
          <p:cNvSpPr>
            <a:spLocks noGrp="1"/>
          </p:cNvSpPr>
          <p:nvPr>
            <p:ph type="sldNum" sz="quarter" idx="10"/>
          </p:nvPr>
        </p:nvSpPr>
        <p:spPr/>
        <p:txBody>
          <a:bodyPr/>
          <a:lstStyle>
            <a:lvl1pPr>
              <a:defRPr/>
            </a:lvl1pPr>
          </a:lstStyle>
          <a:p>
            <a:fld id="{CFCBC793-4117-4864-AC5E-98EB848ECCA7}" type="slidenum">
              <a:rPr lang="en-GB">
                <a:solidFill>
                  <a:srgbClr val="002776"/>
                </a:solidFill>
              </a:rPr>
              <a:pPr/>
              <a:t>‹#›</a:t>
            </a:fld>
            <a:endParaRPr lang="en-GB" dirty="0">
              <a:solidFill>
                <a:srgbClr val="002776"/>
              </a:solidFill>
            </a:endParaRPr>
          </a:p>
        </p:txBody>
      </p:sp>
      <p:sp>
        <p:nvSpPr>
          <p:cNvPr id="4"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36908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9"/>
          <p:cNvSpPr>
            <a:spLocks noGrp="1"/>
          </p:cNvSpPr>
          <p:nvPr>
            <p:ph type="sldNum" sz="quarter" idx="10"/>
          </p:nvPr>
        </p:nvSpPr>
        <p:spPr>
          <a:xfrm>
            <a:off x="554892" y="6554792"/>
            <a:ext cx="377093" cy="142875"/>
          </a:xfrm>
        </p:spPr>
        <p:txBody>
          <a:bodyPr/>
          <a:lstStyle>
            <a:lvl1pPr>
              <a:defRPr/>
            </a:lvl1pPr>
          </a:lstStyle>
          <a:p>
            <a:fld id="{CDF03817-2923-4574-955C-5BC05054893F}" type="slidenum">
              <a:rPr lang="en-GB">
                <a:solidFill>
                  <a:srgbClr val="002776"/>
                </a:solidFill>
              </a:rPr>
              <a:pPr/>
              <a:t>‹#›</a:t>
            </a:fld>
            <a:endParaRPr lang="en-GB" dirty="0">
              <a:solidFill>
                <a:srgbClr val="002776"/>
              </a:solidFill>
            </a:endParaRPr>
          </a:p>
        </p:txBody>
      </p:sp>
      <p:sp>
        <p:nvSpPr>
          <p:cNvPr id="3"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28920793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07" y="273107"/>
            <a:ext cx="4011412" cy="1162373"/>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4767543" y="273093"/>
            <a:ext cx="6814591" cy="5852477"/>
          </a:xfrm>
        </p:spPr>
        <p:txBody>
          <a:bodyPr/>
          <a:lstStyle>
            <a:lvl1pPr>
              <a:defRPr sz="3000"/>
            </a:lvl1pPr>
            <a:lvl2pPr>
              <a:defRPr sz="26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907" y="1435461"/>
            <a:ext cx="4011412" cy="4690104"/>
          </a:xfrm>
        </p:spPr>
        <p:txBody>
          <a:bodyPr/>
          <a:lstStyle>
            <a:lvl1pPr marL="0" indent="0">
              <a:buNone/>
              <a:defRPr sz="1300"/>
            </a:lvl1pPr>
            <a:lvl2pPr marL="428848" indent="0">
              <a:buNone/>
              <a:defRPr sz="1100"/>
            </a:lvl2pPr>
            <a:lvl3pPr marL="857698" indent="0">
              <a:buNone/>
              <a:defRPr sz="900"/>
            </a:lvl3pPr>
            <a:lvl4pPr marL="1286547" indent="0">
              <a:buNone/>
              <a:defRPr sz="800"/>
            </a:lvl4pPr>
            <a:lvl5pPr marL="1715397" indent="0">
              <a:buNone/>
              <a:defRPr sz="800"/>
            </a:lvl5pPr>
            <a:lvl6pPr marL="2144246" indent="0">
              <a:buNone/>
              <a:defRPr sz="800"/>
            </a:lvl6pPr>
            <a:lvl7pPr marL="2573094" indent="0">
              <a:buNone/>
              <a:defRPr sz="800"/>
            </a:lvl7pPr>
            <a:lvl8pPr marL="3001946" indent="0">
              <a:buNone/>
              <a:defRPr sz="800"/>
            </a:lvl8pPr>
            <a:lvl9pPr marL="3430790" indent="0">
              <a:buNone/>
              <a:defRPr sz="800"/>
            </a:lvl9pPr>
          </a:lstStyle>
          <a:p>
            <a:pPr lvl="0"/>
            <a:r>
              <a:rPr lang="en-US"/>
              <a:t>Click to edit Master text styles</a:t>
            </a:r>
          </a:p>
        </p:txBody>
      </p:sp>
      <p:sp>
        <p:nvSpPr>
          <p:cNvPr id="5" name="Slide Number Placeholder 9"/>
          <p:cNvSpPr>
            <a:spLocks noGrp="1"/>
          </p:cNvSpPr>
          <p:nvPr>
            <p:ph type="sldNum" sz="quarter" idx="10"/>
          </p:nvPr>
        </p:nvSpPr>
        <p:spPr/>
        <p:txBody>
          <a:bodyPr/>
          <a:lstStyle>
            <a:lvl1pPr>
              <a:defRPr/>
            </a:lvl1pPr>
          </a:lstStyle>
          <a:p>
            <a:fld id="{C27EA89A-FFA1-4956-9046-6D6B48330582}" type="slidenum">
              <a:rPr lang="en-GB">
                <a:solidFill>
                  <a:srgbClr val="002776"/>
                </a:solidFill>
              </a:rPr>
              <a:pPr/>
              <a:t>‹#›</a:t>
            </a:fld>
            <a:endParaRPr lang="en-GB" dirty="0">
              <a:solidFill>
                <a:srgbClr val="002776"/>
              </a:solidFill>
            </a:endParaRPr>
          </a:p>
        </p:txBody>
      </p:sp>
      <p:sp>
        <p:nvSpPr>
          <p:cNvPr id="6"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575665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555" y="4800740"/>
            <a:ext cx="7314815" cy="567182"/>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2389555" y="613401"/>
            <a:ext cx="7314815" cy="4114520"/>
          </a:xfrm>
        </p:spPr>
        <p:txBody>
          <a:bodyPr/>
          <a:lstStyle>
            <a:lvl1pPr marL="0" indent="0">
              <a:buNone/>
              <a:defRPr sz="3000"/>
            </a:lvl1pPr>
            <a:lvl2pPr marL="428848" indent="0">
              <a:buNone/>
              <a:defRPr sz="2600"/>
            </a:lvl2pPr>
            <a:lvl3pPr marL="857698" indent="0">
              <a:buNone/>
              <a:defRPr sz="2300"/>
            </a:lvl3pPr>
            <a:lvl4pPr marL="1286547" indent="0">
              <a:buNone/>
              <a:defRPr sz="1900"/>
            </a:lvl4pPr>
            <a:lvl5pPr marL="1715397" indent="0">
              <a:buNone/>
              <a:defRPr sz="1900"/>
            </a:lvl5pPr>
            <a:lvl6pPr marL="2144246" indent="0">
              <a:buNone/>
              <a:defRPr sz="1900"/>
            </a:lvl6pPr>
            <a:lvl7pPr marL="2573094" indent="0">
              <a:buNone/>
              <a:defRPr sz="1900"/>
            </a:lvl7pPr>
            <a:lvl8pPr marL="3001946" indent="0">
              <a:buNone/>
              <a:defRPr sz="1900"/>
            </a:lvl8pPr>
            <a:lvl9pPr marL="3430790" indent="0">
              <a:buNone/>
              <a:defRPr sz="1900"/>
            </a:lvl9pPr>
          </a:lstStyle>
          <a:p>
            <a:pPr lvl="0"/>
            <a:endParaRPr lang="en-US" noProof="0" dirty="0"/>
          </a:p>
        </p:txBody>
      </p:sp>
      <p:sp>
        <p:nvSpPr>
          <p:cNvPr id="4" name="Text Placeholder 3"/>
          <p:cNvSpPr>
            <a:spLocks noGrp="1"/>
          </p:cNvSpPr>
          <p:nvPr>
            <p:ph type="body" sz="half" idx="2"/>
          </p:nvPr>
        </p:nvSpPr>
        <p:spPr>
          <a:xfrm>
            <a:off x="2389555" y="5367922"/>
            <a:ext cx="7314815" cy="803858"/>
          </a:xfrm>
        </p:spPr>
        <p:txBody>
          <a:bodyPr/>
          <a:lstStyle>
            <a:lvl1pPr marL="0" indent="0">
              <a:buNone/>
              <a:defRPr sz="1300"/>
            </a:lvl1pPr>
            <a:lvl2pPr marL="428848" indent="0">
              <a:buNone/>
              <a:defRPr sz="1100"/>
            </a:lvl2pPr>
            <a:lvl3pPr marL="857698" indent="0">
              <a:buNone/>
              <a:defRPr sz="900"/>
            </a:lvl3pPr>
            <a:lvl4pPr marL="1286547" indent="0">
              <a:buNone/>
              <a:defRPr sz="800"/>
            </a:lvl4pPr>
            <a:lvl5pPr marL="1715397" indent="0">
              <a:buNone/>
              <a:defRPr sz="800"/>
            </a:lvl5pPr>
            <a:lvl6pPr marL="2144246" indent="0">
              <a:buNone/>
              <a:defRPr sz="800"/>
            </a:lvl6pPr>
            <a:lvl7pPr marL="2573094" indent="0">
              <a:buNone/>
              <a:defRPr sz="800"/>
            </a:lvl7pPr>
            <a:lvl8pPr marL="3001946" indent="0">
              <a:buNone/>
              <a:defRPr sz="800"/>
            </a:lvl8pPr>
            <a:lvl9pPr marL="3430790" indent="0">
              <a:buNone/>
              <a:defRPr sz="800"/>
            </a:lvl9pPr>
          </a:lstStyle>
          <a:p>
            <a:pPr lvl="0"/>
            <a:r>
              <a:rPr lang="en-US"/>
              <a:t>Click to edit Master text styles</a:t>
            </a:r>
          </a:p>
        </p:txBody>
      </p:sp>
      <p:sp>
        <p:nvSpPr>
          <p:cNvPr id="5" name="Slide Number Placeholder 9"/>
          <p:cNvSpPr>
            <a:spLocks noGrp="1"/>
          </p:cNvSpPr>
          <p:nvPr>
            <p:ph type="sldNum" sz="quarter" idx="10"/>
          </p:nvPr>
        </p:nvSpPr>
        <p:spPr/>
        <p:txBody>
          <a:bodyPr/>
          <a:lstStyle>
            <a:lvl1pPr>
              <a:defRPr/>
            </a:lvl1pPr>
          </a:lstStyle>
          <a:p>
            <a:fld id="{16A1062D-AA7D-45DD-89A7-5EC2D780798A}" type="slidenum">
              <a:rPr lang="en-GB">
                <a:solidFill>
                  <a:srgbClr val="002776"/>
                </a:solidFill>
              </a:rPr>
              <a:pPr/>
              <a:t>‹#›</a:t>
            </a:fld>
            <a:endParaRPr lang="en-GB" dirty="0">
              <a:solidFill>
                <a:srgbClr val="002776"/>
              </a:solidFill>
            </a:endParaRPr>
          </a:p>
        </p:txBody>
      </p:sp>
      <p:sp>
        <p:nvSpPr>
          <p:cNvPr id="6"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7406488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9"/>
          <p:cNvSpPr>
            <a:spLocks noGrp="1"/>
          </p:cNvSpPr>
          <p:nvPr>
            <p:ph type="sldNum" sz="quarter" idx="10"/>
          </p:nvPr>
        </p:nvSpPr>
        <p:spPr/>
        <p:txBody>
          <a:bodyPr/>
          <a:lstStyle>
            <a:lvl1pPr>
              <a:defRPr/>
            </a:lvl1pPr>
          </a:lstStyle>
          <a:p>
            <a:fld id="{ECFCD07B-EA73-4EC2-B7F9-7D84C08CD96A}" type="slidenum">
              <a:rPr lang="en-GB">
                <a:solidFill>
                  <a:srgbClr val="002776"/>
                </a:solidFill>
              </a:rPr>
              <a:pPr/>
              <a:t>‹#›</a:t>
            </a:fld>
            <a:endParaRPr lang="en-GB" dirty="0">
              <a:solidFill>
                <a:srgbClr val="002776"/>
              </a:solidFill>
            </a:endParaRPr>
          </a:p>
        </p:txBody>
      </p:sp>
      <p:sp>
        <p:nvSpPr>
          <p:cNvPr id="5"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2984730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67484" y="350114"/>
            <a:ext cx="2807027" cy="60597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0630" y="350114"/>
            <a:ext cx="8242153" cy="60597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9"/>
          <p:cNvSpPr>
            <a:spLocks noGrp="1"/>
          </p:cNvSpPr>
          <p:nvPr>
            <p:ph type="sldNum" sz="quarter" idx="10"/>
          </p:nvPr>
        </p:nvSpPr>
        <p:spPr/>
        <p:txBody>
          <a:bodyPr/>
          <a:lstStyle>
            <a:lvl1pPr>
              <a:defRPr/>
            </a:lvl1pPr>
          </a:lstStyle>
          <a:p>
            <a:fld id="{0E3ECA96-24E0-4DE6-8842-BB101B713F45}" type="slidenum">
              <a:rPr lang="en-GB">
                <a:solidFill>
                  <a:srgbClr val="002776"/>
                </a:solidFill>
              </a:rPr>
              <a:pPr/>
              <a:t>‹#›</a:t>
            </a:fld>
            <a:endParaRPr lang="en-GB" dirty="0">
              <a:solidFill>
                <a:srgbClr val="002776"/>
              </a:solidFill>
            </a:endParaRPr>
          </a:p>
        </p:txBody>
      </p:sp>
      <p:sp>
        <p:nvSpPr>
          <p:cNvPr id="5"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21613266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ingle Column Text slide">
    <p:spTree>
      <p:nvGrpSpPr>
        <p:cNvPr id="1" name=""/>
        <p:cNvGrpSpPr/>
        <p:nvPr/>
      </p:nvGrpSpPr>
      <p:grpSpPr>
        <a:xfrm>
          <a:off x="0" y="0"/>
          <a:ext cx="0" cy="0"/>
          <a:chOff x="0" y="0"/>
          <a:chExt cx="0" cy="0"/>
        </a:xfrm>
      </p:grpSpPr>
      <p:sp>
        <p:nvSpPr>
          <p:cNvPr id="4" name="Rectangle 6"/>
          <p:cNvSpPr>
            <a:spLocks noChangeArrowheads="1"/>
          </p:cNvSpPr>
          <p:nvPr userDrawn="1"/>
        </p:nvSpPr>
        <p:spPr bwMode="gray">
          <a:xfrm>
            <a:off x="522838" y="1154114"/>
            <a:ext cx="5353049" cy="5135562"/>
          </a:xfrm>
          <a:prstGeom prst="rect">
            <a:avLst/>
          </a:prstGeom>
          <a:noFill/>
          <a:ln w="9525" algn="ctr">
            <a:noFill/>
            <a:miter lim="800000"/>
            <a:headEnd/>
            <a:tailEnd/>
          </a:ln>
          <a:effectLst/>
        </p:spPr>
        <p:txBody>
          <a:bodyPr lIns="0" tIns="0" rIns="0" bIns="0"/>
          <a:lstStyle/>
          <a:p>
            <a:pPr algn="l" defTabSz="912495" rtl="0" fontAlgn="base">
              <a:lnSpc>
                <a:spcPct val="106000"/>
              </a:lnSpc>
              <a:spcBef>
                <a:spcPct val="80000"/>
              </a:spcBef>
              <a:spcAft>
                <a:spcPct val="0"/>
              </a:spcAft>
              <a:buClr>
                <a:srgbClr val="000000"/>
              </a:buClr>
              <a:buSzPct val="80000"/>
              <a:buFont typeface="Wingdings" pitchFamily="2" charset="2"/>
              <a:buNone/>
              <a:defRPr/>
            </a:pPr>
            <a:endParaRPr lang="en-US" sz="1000" dirty="0">
              <a:solidFill>
                <a:srgbClr val="000000"/>
              </a:solidFill>
              <a:latin typeface="Times New Roman" pitchFamily="18" charset="0"/>
              <a:cs typeface="Arial" charset="0"/>
            </a:endParaRPr>
          </a:p>
        </p:txBody>
      </p:sp>
      <p:sp>
        <p:nvSpPr>
          <p:cNvPr id="14" name="Text Placeholder 13"/>
          <p:cNvSpPr>
            <a:spLocks noGrp="1"/>
          </p:cNvSpPr>
          <p:nvPr>
            <p:ph type="body" sz="quarter" idx="10"/>
          </p:nvPr>
        </p:nvSpPr>
        <p:spPr>
          <a:xfrm>
            <a:off x="524264" y="953364"/>
            <a:ext cx="11136461" cy="5138928"/>
          </a:xfrm>
        </p:spPr>
        <p:txBody>
          <a:bodyPr/>
          <a:lstStyle>
            <a:lvl1pPr marL="0" indent="0">
              <a:buNone/>
              <a:defRPr sz="1400"/>
            </a:lvl1pPr>
          </a:lstStyle>
          <a:p>
            <a:pPr lvl="0"/>
            <a:r>
              <a:rPr lang="en-US" dirty="0"/>
              <a:t>Click to edit</a:t>
            </a:r>
          </a:p>
        </p:txBody>
      </p:sp>
      <p:sp>
        <p:nvSpPr>
          <p:cNvPr id="20" name="Text Placeholder 19"/>
          <p:cNvSpPr>
            <a:spLocks noGrp="1"/>
          </p:cNvSpPr>
          <p:nvPr>
            <p:ph type="body" sz="quarter" idx="12"/>
          </p:nvPr>
        </p:nvSpPr>
        <p:spPr>
          <a:xfrm>
            <a:off x="524263" y="256033"/>
            <a:ext cx="11131296" cy="521208"/>
          </a:xfrm>
          <a:solidFill>
            <a:srgbClr val="FFFFFF"/>
          </a:solidFill>
        </p:spPr>
        <p:txBody>
          <a:bodyPr anchor="b"/>
          <a:lstStyle>
            <a:lvl1pPr>
              <a:buNone/>
              <a:defRPr sz="1600" b="1"/>
            </a:lvl1pPr>
          </a:lstStyle>
          <a:p>
            <a:pPr lvl="0"/>
            <a:r>
              <a:rPr lang="en-US" dirty="0"/>
              <a:t>Click to edit</a:t>
            </a:r>
          </a:p>
        </p:txBody>
      </p:sp>
      <p:sp>
        <p:nvSpPr>
          <p:cNvPr id="5" name="Slide Number Placeholder 9"/>
          <p:cNvSpPr>
            <a:spLocks noGrp="1"/>
          </p:cNvSpPr>
          <p:nvPr>
            <p:ph type="sldNum" sz="quarter" idx="13"/>
          </p:nvPr>
        </p:nvSpPr>
        <p:spPr>
          <a:xfrm>
            <a:off x="554892" y="6554792"/>
            <a:ext cx="377093" cy="142875"/>
          </a:xfrm>
        </p:spPr>
        <p:txBody>
          <a:bodyPr/>
          <a:lstStyle>
            <a:lvl1pPr>
              <a:defRPr/>
            </a:lvl1pPr>
          </a:lstStyle>
          <a:p>
            <a:fld id="{CDF03817-2923-4574-955C-5BC05054893F}" type="slidenum">
              <a:rPr lang="en-GB">
                <a:solidFill>
                  <a:srgbClr val="002776"/>
                </a:solidFill>
              </a:rPr>
              <a:pPr/>
              <a:t>‹#›</a:t>
            </a:fld>
            <a:endParaRPr lang="en-GB" dirty="0">
              <a:solidFill>
                <a:srgbClr val="002776"/>
              </a:solidFill>
            </a:endParaRPr>
          </a:p>
        </p:txBody>
      </p:sp>
    </p:spTree>
    <p:extLst>
      <p:ext uri="{BB962C8B-B14F-4D97-AF65-F5344CB8AC3E}">
        <p14:creationId xmlns:p14="http://schemas.microsoft.com/office/powerpoint/2010/main" val="17532918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1 Column">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548639" y="1399034"/>
            <a:ext cx="11106912" cy="4882896"/>
          </a:xfrm>
          <a:prstGeom prst="rect">
            <a:avLst/>
          </a:prstGeom>
        </p:spPr>
        <p:txBody>
          <a:bodyPr vert="horz" lIns="0" tIns="0" rIns="0" bIns="0" rtlCol="0">
            <a:noAutofit/>
          </a:bodyPr>
          <a:lstStyle>
            <a:lvl1pPr marL="0" marR="0" indent="0" algn="l" defTabSz="909428" rtl="0" eaLnBrk="1" fontAlgn="base" latinLnBrk="0" hangingPunct="1">
              <a:lnSpc>
                <a:spcPct val="100000"/>
              </a:lnSpc>
              <a:spcBef>
                <a:spcPts val="2200"/>
              </a:spcBef>
              <a:spcAft>
                <a:spcPct val="0"/>
              </a:spcAft>
              <a:buClrTx/>
              <a:buSzTx/>
              <a:buFont typeface="Arial" pitchFamily="34" charset="0"/>
              <a:buNone/>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L="173675" marR="0" indent="-172098" algn="l" defTabSz="909428"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909428"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09428"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909428"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5pPr>
            <a:lvl6pPr marR="0" algn="l" defTabSz="909428"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Placeholder 10"/>
          <p:cNvSpPr>
            <a:spLocks noGrp="1"/>
          </p:cNvSpPr>
          <p:nvPr>
            <p:ph type="title"/>
          </p:nvPr>
        </p:nvSpPr>
        <p:spPr bwMode="gray">
          <a:xfrm>
            <a:off x="552453" y="450281"/>
            <a:ext cx="11106912" cy="329184"/>
          </a:xfrm>
          <a:prstGeom prst="rect">
            <a:avLst/>
          </a:prstGeom>
        </p:spPr>
        <p:txBody>
          <a:bodyPr lIns="0" tIns="0" rIns="0" bIns="0">
            <a:spAutoFit/>
          </a:bodyPr>
          <a:lstStyle/>
          <a:p>
            <a:pPr marL="0" marR="0" lvl="0" indent="0" algn="l" defTabSz="909428" rtl="0" eaLnBrk="0" fontAlgn="base" latinLnBrk="0" hangingPunct="0">
              <a:lnSpc>
                <a:spcPct val="90000"/>
              </a:lnSpc>
              <a:spcBef>
                <a:spcPct val="0"/>
              </a:spcBef>
              <a:spcAft>
                <a:spcPct val="0"/>
              </a:spcAft>
              <a:buClrTx/>
              <a:buSzTx/>
              <a:buFontTx/>
              <a:buNone/>
              <a:tabLst/>
              <a:defRPr/>
            </a:pPr>
            <a:r>
              <a:rPr lang="en-US" dirty="0"/>
              <a:t>Click to edit Master title style</a:t>
            </a:r>
          </a:p>
        </p:txBody>
      </p:sp>
      <p:sp>
        <p:nvSpPr>
          <p:cNvPr id="4" name="Slide Number Placeholder 9"/>
          <p:cNvSpPr>
            <a:spLocks noGrp="1"/>
          </p:cNvSpPr>
          <p:nvPr>
            <p:ph type="sldNum" sz="quarter" idx="10"/>
          </p:nvPr>
        </p:nvSpPr>
        <p:spPr>
          <a:xfrm>
            <a:off x="554892" y="6554792"/>
            <a:ext cx="377093" cy="142875"/>
          </a:xfrm>
        </p:spPr>
        <p:txBody>
          <a:bodyPr/>
          <a:lstStyle>
            <a:lvl1pPr>
              <a:defRPr/>
            </a:lvl1pPr>
          </a:lstStyle>
          <a:p>
            <a:fld id="{CDF03817-2923-4574-955C-5BC05054893F}" type="slidenum">
              <a:rPr lang="en-GB">
                <a:solidFill>
                  <a:srgbClr val="002776"/>
                </a:solidFill>
              </a:rPr>
              <a:pPr/>
              <a:t>‹#›</a:t>
            </a:fld>
            <a:endParaRPr lang="en-GB" dirty="0">
              <a:solidFill>
                <a:srgbClr val="002776"/>
              </a:solidFill>
            </a:endParaRPr>
          </a:p>
        </p:txBody>
      </p:sp>
    </p:spTree>
    <p:extLst>
      <p:ext uri="{BB962C8B-B14F-4D97-AF65-F5344CB8AC3E}">
        <p14:creationId xmlns:p14="http://schemas.microsoft.com/office/powerpoint/2010/main" val="20231713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437803" y="1434657"/>
            <a:ext cx="11106912" cy="4882896"/>
          </a:xfrm>
          <a:prstGeom prst="rect">
            <a:avLst/>
          </a:prstGeom>
        </p:spPr>
        <p:txBody>
          <a:bodyPr vert="horz" lIns="0" tIns="0" rIns="0" bIns="0" rtlCol="0">
            <a:noAutofit/>
          </a:bodyPr>
          <a:lstStyle>
            <a:lvl1pPr marL="0" marR="0" indent="0" algn="l" defTabSz="912495" rtl="0" eaLnBrk="1" fontAlgn="base" latinLnBrk="0" hangingPunct="1">
              <a:lnSpc>
                <a:spcPct val="100000"/>
              </a:lnSpc>
              <a:spcBef>
                <a:spcPts val="2200"/>
              </a:spcBef>
              <a:spcAft>
                <a:spcPct val="0"/>
              </a:spcAft>
              <a:buClrTx/>
              <a:buSzTx/>
              <a:buFont typeface="Arial" pitchFamily="34" charset="0"/>
              <a:buNone/>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L="174261" marR="0" indent="-172679" algn="l" defTabSz="912495"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91249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1249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91249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5pPr>
            <a:lvl6pPr marR="0" algn="l" defTabSz="91249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Placeholder 10"/>
          <p:cNvSpPr>
            <a:spLocks noGrp="1"/>
          </p:cNvSpPr>
          <p:nvPr>
            <p:ph type="title"/>
          </p:nvPr>
        </p:nvSpPr>
        <p:spPr bwMode="gray">
          <a:xfrm>
            <a:off x="552453" y="450281"/>
            <a:ext cx="11106912" cy="329184"/>
          </a:xfrm>
          <a:prstGeom prst="rect">
            <a:avLst/>
          </a:prstGeom>
        </p:spPr>
        <p:txBody>
          <a:bodyPr lIns="0" tIns="0" rIns="0" bIns="0">
            <a:spAutoFit/>
          </a:bodyPr>
          <a:lstStyle/>
          <a:p>
            <a:pPr marL="0" marR="0" lvl="0" indent="0" algn="l" defTabSz="912495"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4" name="Slide Number Placeholder 9"/>
          <p:cNvSpPr>
            <a:spLocks noGrp="1"/>
          </p:cNvSpPr>
          <p:nvPr>
            <p:ph type="sldNum" sz="quarter" idx="10"/>
          </p:nvPr>
        </p:nvSpPr>
        <p:spPr>
          <a:xfrm>
            <a:off x="554892" y="6554792"/>
            <a:ext cx="377093" cy="142875"/>
          </a:xfrm>
        </p:spPr>
        <p:txBody>
          <a:bodyPr/>
          <a:lstStyle>
            <a:lvl1pPr>
              <a:defRPr/>
            </a:lvl1pPr>
          </a:lstStyle>
          <a:p>
            <a:fld id="{CDF03817-2923-4574-955C-5BC05054893F}" type="slidenum">
              <a:rPr lang="en-GB">
                <a:solidFill>
                  <a:srgbClr val="002776"/>
                </a:solidFill>
              </a:rPr>
              <a:pPr/>
              <a:t>‹#›</a:t>
            </a:fld>
            <a:endParaRPr lang="en-GB" dirty="0">
              <a:solidFill>
                <a:srgbClr val="002776"/>
              </a:solidFill>
            </a:endParaRPr>
          </a:p>
        </p:txBody>
      </p:sp>
    </p:spTree>
    <p:extLst>
      <p:ext uri="{BB962C8B-B14F-4D97-AF65-F5344CB8AC3E}">
        <p14:creationId xmlns:p14="http://schemas.microsoft.com/office/powerpoint/2010/main" val="294400129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p:cNvSpPr>
            <a:spLocks noGrp="1"/>
          </p:cNvSpPr>
          <p:nvPr>
            <p:ph type="dt" sz="half" idx="10"/>
          </p:nvPr>
        </p:nvSpPr>
        <p:spPr>
          <a:xfrm>
            <a:off x="8610600" y="6356350"/>
            <a:ext cx="2743200" cy="365125"/>
          </a:xfrm>
          <a:prstGeom prst="rect">
            <a:avLst/>
          </a:prstGeom>
        </p:spPr>
        <p:txBody>
          <a:bodyPr/>
          <a:lstStyle/>
          <a:p>
            <a:endParaRPr lang="he-IL">
              <a:solidFill>
                <a:prstClr val="black">
                  <a:tint val="75000"/>
                </a:prstClr>
              </a:solidFill>
            </a:endParaRPr>
          </a:p>
        </p:txBody>
      </p:sp>
      <p:sp>
        <p:nvSpPr>
          <p:cNvPr id="5" name="Footer Placeholder 4"/>
          <p:cNvSpPr>
            <a:spLocks noGrp="1"/>
          </p:cNvSpPr>
          <p:nvPr>
            <p:ph type="ftr" sz="quarter" idx="11"/>
          </p:nvPr>
        </p:nvSpPr>
        <p:spPr/>
        <p:txBody>
          <a:bodyPr/>
          <a:lstStyle/>
          <a:p>
            <a:r>
              <a:rPr lang="he-IL">
                <a:solidFill>
                  <a:prstClr val="black">
                    <a:tint val="75000"/>
                  </a:prstClr>
                </a:solidFill>
              </a:rPr>
              <a:t>בית הדר מרכז רפואה סיעוד ושיקום </a:t>
            </a:r>
          </a:p>
        </p:txBody>
      </p:sp>
      <p:sp>
        <p:nvSpPr>
          <p:cNvPr id="6" name="Slide Number Placeholder 5"/>
          <p:cNvSpPr>
            <a:spLocks noGrp="1"/>
          </p:cNvSpPr>
          <p:nvPr>
            <p:ph type="sldNum" sz="quarter" idx="12"/>
          </p:nvPr>
        </p:nvSpPr>
        <p:spPr>
          <a:xfrm>
            <a:off x="259450" y="6356350"/>
            <a:ext cx="2743200" cy="365125"/>
          </a:xfrm>
        </p:spPr>
        <p:txBody>
          <a:bodyPr/>
          <a:lstStyle/>
          <a:p>
            <a:fld id="{06BF8031-F39A-4F3D-BF2A-11D80963AD49}" type="slidenum">
              <a:rPr lang="he-IL" smtClean="0">
                <a:solidFill>
                  <a:prstClr val="black">
                    <a:tint val="75000"/>
                  </a:prstClr>
                </a:solidFill>
              </a:rPr>
              <a:pPr/>
              <a:t>‹#›</a:t>
            </a:fld>
            <a:endParaRPr lang="he-IL">
              <a:solidFill>
                <a:prstClr val="black">
                  <a:tint val="75000"/>
                </a:prstClr>
              </a:solidFill>
            </a:endParaRPr>
          </a:p>
        </p:txBody>
      </p:sp>
    </p:spTree>
    <p:extLst>
      <p:ext uri="{BB962C8B-B14F-4D97-AF65-F5344CB8AC3E}">
        <p14:creationId xmlns:p14="http://schemas.microsoft.com/office/powerpoint/2010/main" val="26251584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2"/>
        </a:solidFill>
        <a:effectLst/>
      </p:bgPr>
    </p:bg>
    <p:spTree>
      <p:nvGrpSpPr>
        <p:cNvPr id="1" name=""/>
        <p:cNvGrpSpPr/>
        <p:nvPr/>
      </p:nvGrpSpPr>
      <p:grpSpPr>
        <a:xfrm>
          <a:off x="0" y="0"/>
          <a:ext cx="0" cy="0"/>
          <a:chOff x="0" y="0"/>
          <a:chExt cx="0" cy="0"/>
        </a:xfrm>
      </p:grpSpPr>
      <p:sp>
        <p:nvSpPr>
          <p:cNvPr id="148482" name="Title Placeholder 1"/>
          <p:cNvSpPr>
            <a:spLocks noGrp="1"/>
          </p:cNvSpPr>
          <p:nvPr>
            <p:ph type="ctrTitle"/>
          </p:nvPr>
        </p:nvSpPr>
        <p:spPr>
          <a:xfrm>
            <a:off x="1523763" y="2670657"/>
            <a:ext cx="8149804" cy="1128762"/>
          </a:xfrm>
        </p:spPr>
        <p:txBody>
          <a:bodyPr/>
          <a:lstStyle>
            <a:lvl1pPr>
              <a:lnSpc>
                <a:spcPts val="4883"/>
              </a:lnSpc>
              <a:defRPr sz="4900" b="0">
                <a:solidFill>
                  <a:schemeClr val="bg2"/>
                </a:solidFill>
                <a:latin typeface="Times New Roman" pitchFamily="18" charset="0"/>
              </a:defRPr>
            </a:lvl1pPr>
          </a:lstStyle>
          <a:p>
            <a:r>
              <a:rPr lang="en-GB"/>
              <a:t>Click to edit </a:t>
            </a:r>
            <a:br>
              <a:rPr lang="en-GB"/>
            </a:br>
            <a:r>
              <a:rPr lang="en-GB"/>
              <a:t>Master title style</a:t>
            </a:r>
          </a:p>
        </p:txBody>
      </p:sp>
      <p:sp>
        <p:nvSpPr>
          <p:cNvPr id="4" name="Slide Number Placeholder 9"/>
          <p:cNvSpPr>
            <a:spLocks noGrp="1"/>
          </p:cNvSpPr>
          <p:nvPr>
            <p:ph type="sldNum" sz="quarter" idx="10"/>
          </p:nvPr>
        </p:nvSpPr>
        <p:spPr>
          <a:xfrm>
            <a:off x="554892" y="6532563"/>
            <a:ext cx="377093" cy="158750"/>
          </a:xfrm>
        </p:spPr>
        <p:txBody>
          <a:bodyPr/>
          <a:lstStyle>
            <a:lvl1pPr>
              <a:lnSpc>
                <a:spcPts val="1261"/>
              </a:lnSpc>
              <a:defRPr>
                <a:solidFill>
                  <a:schemeClr val="bg2"/>
                </a:solidFill>
              </a:defRPr>
            </a:lvl1pPr>
          </a:lstStyle>
          <a:p>
            <a:fld id="{A277BE6D-D13B-4796-A1C8-019FD2E8FB66}" type="slidenum">
              <a:rPr lang="en-GB">
                <a:solidFill>
                  <a:srgbClr val="FFFFFF"/>
                </a:solidFill>
              </a:rPr>
              <a:pPr/>
              <a:t>‹#›</a:t>
            </a:fld>
            <a:endParaRPr lang="en-GB" dirty="0">
              <a:solidFill>
                <a:srgbClr val="FFFFFF"/>
              </a:solidFill>
            </a:endParaRPr>
          </a:p>
        </p:txBody>
      </p:sp>
      <p:sp>
        <p:nvSpPr>
          <p:cNvPr id="5" name="Footer Placeholder 10"/>
          <p:cNvSpPr>
            <a:spLocks noGrp="1"/>
          </p:cNvSpPr>
          <p:nvPr>
            <p:ph type="ftr" sz="quarter" idx="11"/>
          </p:nvPr>
        </p:nvSpPr>
        <p:spPr>
          <a:xfrm>
            <a:off x="1027745" y="6532563"/>
            <a:ext cx="5756031" cy="158750"/>
          </a:xfrm>
        </p:spPr>
        <p:txBody>
          <a:bodyPr/>
          <a:lstStyle>
            <a:lvl1pPr>
              <a:lnSpc>
                <a:spcPts val="1258"/>
              </a:lnSpc>
              <a:defRPr>
                <a:solidFill>
                  <a:schemeClr val="bg2"/>
                </a:solidFill>
              </a:defRPr>
            </a:lvl1pPr>
          </a:lstStyle>
          <a:p>
            <a:pPr>
              <a:defRPr/>
            </a:pPr>
            <a:r>
              <a:rPr lang="he-IL">
                <a:solidFill>
                  <a:srgbClr val="FFFFFF"/>
                </a:solidFill>
              </a:rPr>
              <a:t>בית הדר מרכז רפואה סיעוד ושיקום </a:t>
            </a:r>
            <a:endParaRPr lang="en-GB" dirty="0">
              <a:solidFill>
                <a:srgbClr val="FFFFFF"/>
              </a:solidFill>
            </a:endParaRPr>
          </a:p>
        </p:txBody>
      </p:sp>
    </p:spTree>
    <p:extLst>
      <p:ext uri="{BB962C8B-B14F-4D97-AF65-F5344CB8AC3E}">
        <p14:creationId xmlns:p14="http://schemas.microsoft.com/office/powerpoint/2010/main" val="35074872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9"/>
          <p:cNvSpPr>
            <a:spLocks noGrp="1"/>
          </p:cNvSpPr>
          <p:nvPr>
            <p:ph type="sldNum" sz="quarter" idx="10"/>
          </p:nvPr>
        </p:nvSpPr>
        <p:spPr/>
        <p:txBody>
          <a:bodyPr/>
          <a:lstStyle>
            <a:lvl1pPr>
              <a:defRPr/>
            </a:lvl1pPr>
          </a:lstStyle>
          <a:p>
            <a:fld id="{1FD32C8D-3C3C-4A9C-83E3-1121F7D962C2}" type="slidenum">
              <a:rPr lang="en-GB">
                <a:solidFill>
                  <a:srgbClr val="002776"/>
                </a:solidFill>
              </a:rPr>
              <a:pPr/>
              <a:t>‹#›</a:t>
            </a:fld>
            <a:endParaRPr lang="en-GB" dirty="0">
              <a:solidFill>
                <a:srgbClr val="002776"/>
              </a:solidFill>
            </a:endParaRPr>
          </a:p>
        </p:txBody>
      </p:sp>
      <p:sp>
        <p:nvSpPr>
          <p:cNvPr id="5"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24522376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896" y="4407220"/>
            <a:ext cx="10362333" cy="1361237"/>
          </a:xfrm>
        </p:spPr>
        <p:txBody>
          <a:bodyPr/>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963896" y="2907338"/>
            <a:ext cx="10362333" cy="1499881"/>
          </a:xfrm>
        </p:spPr>
        <p:txBody>
          <a:bodyPr anchor="b"/>
          <a:lstStyle>
            <a:lvl1pPr marL="0" indent="0">
              <a:buNone/>
              <a:defRPr sz="1900"/>
            </a:lvl1pPr>
            <a:lvl2pPr marL="428848" indent="0">
              <a:buNone/>
              <a:defRPr sz="1700"/>
            </a:lvl2pPr>
            <a:lvl3pPr marL="857698" indent="0">
              <a:buNone/>
              <a:defRPr sz="1500"/>
            </a:lvl3pPr>
            <a:lvl4pPr marL="1286547" indent="0">
              <a:buNone/>
              <a:defRPr sz="1300"/>
            </a:lvl4pPr>
            <a:lvl5pPr marL="1715397" indent="0">
              <a:buNone/>
              <a:defRPr sz="1300"/>
            </a:lvl5pPr>
            <a:lvl6pPr marL="2144246" indent="0">
              <a:buNone/>
              <a:defRPr sz="1300"/>
            </a:lvl6pPr>
            <a:lvl7pPr marL="2573094" indent="0">
              <a:buNone/>
              <a:defRPr sz="1300"/>
            </a:lvl7pPr>
            <a:lvl8pPr marL="3001946" indent="0">
              <a:buNone/>
              <a:defRPr sz="1300"/>
            </a:lvl8pPr>
            <a:lvl9pPr marL="3430790" indent="0">
              <a:buNone/>
              <a:defRPr sz="1300"/>
            </a:lvl9pPr>
          </a:lstStyle>
          <a:p>
            <a:pPr lvl="0"/>
            <a:r>
              <a:rPr lang="en-US"/>
              <a:t>Click to edit Master text styles</a:t>
            </a:r>
          </a:p>
        </p:txBody>
      </p:sp>
      <p:sp>
        <p:nvSpPr>
          <p:cNvPr id="4" name="Slide Number Placeholder 9"/>
          <p:cNvSpPr>
            <a:spLocks noGrp="1"/>
          </p:cNvSpPr>
          <p:nvPr>
            <p:ph type="sldNum" sz="quarter" idx="10"/>
          </p:nvPr>
        </p:nvSpPr>
        <p:spPr/>
        <p:txBody>
          <a:bodyPr/>
          <a:lstStyle>
            <a:lvl1pPr>
              <a:defRPr/>
            </a:lvl1pPr>
          </a:lstStyle>
          <a:p>
            <a:fld id="{81F3C1E5-DF98-48EB-BF60-025C8A76241C}" type="slidenum">
              <a:rPr lang="en-GB">
                <a:solidFill>
                  <a:srgbClr val="002776"/>
                </a:solidFill>
              </a:rPr>
              <a:pPr/>
              <a:t>‹#›</a:t>
            </a:fld>
            <a:endParaRPr lang="en-GB" dirty="0">
              <a:solidFill>
                <a:srgbClr val="002776"/>
              </a:solidFill>
            </a:endParaRPr>
          </a:p>
        </p:txBody>
      </p:sp>
      <p:sp>
        <p:nvSpPr>
          <p:cNvPr id="5"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17061265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40635" y="1190382"/>
            <a:ext cx="5521704" cy="5219474"/>
          </a:xfrm>
        </p:spPr>
        <p:txBody>
          <a:bodyPr/>
          <a:lstStyle>
            <a:lvl1pPr>
              <a:defRPr sz="26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7033" y="1190382"/>
            <a:ext cx="5523627" cy="5219474"/>
          </a:xfrm>
        </p:spPr>
        <p:txBody>
          <a:bodyPr/>
          <a:lstStyle>
            <a:lvl1pPr>
              <a:defRPr sz="26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9"/>
          <p:cNvSpPr>
            <a:spLocks noGrp="1"/>
          </p:cNvSpPr>
          <p:nvPr>
            <p:ph type="sldNum" sz="quarter" idx="10"/>
          </p:nvPr>
        </p:nvSpPr>
        <p:spPr/>
        <p:txBody>
          <a:bodyPr/>
          <a:lstStyle>
            <a:lvl1pPr>
              <a:defRPr/>
            </a:lvl1pPr>
          </a:lstStyle>
          <a:p>
            <a:fld id="{29D27CE0-F016-4CE2-A51F-6151A6C3E78A}" type="slidenum">
              <a:rPr lang="en-GB">
                <a:solidFill>
                  <a:srgbClr val="002776"/>
                </a:solidFill>
              </a:rPr>
              <a:pPr/>
              <a:t>‹#›</a:t>
            </a:fld>
            <a:endParaRPr lang="en-GB" dirty="0">
              <a:solidFill>
                <a:srgbClr val="002776"/>
              </a:solidFill>
            </a:endParaRPr>
          </a:p>
        </p:txBody>
      </p:sp>
      <p:sp>
        <p:nvSpPr>
          <p:cNvPr id="6"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12400704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891" y="274507"/>
            <a:ext cx="10972221" cy="1142767"/>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898" y="1534892"/>
            <a:ext cx="5387028" cy="640006"/>
          </a:xfrm>
        </p:spPr>
        <p:txBody>
          <a:bodyPr anchor="b"/>
          <a:lstStyle>
            <a:lvl1pPr marL="0" indent="0">
              <a:buNone/>
              <a:defRPr sz="2300" b="1"/>
            </a:lvl1pPr>
            <a:lvl2pPr marL="428848" indent="0">
              <a:buNone/>
              <a:defRPr sz="1900" b="1"/>
            </a:lvl2pPr>
            <a:lvl3pPr marL="857698" indent="0">
              <a:buNone/>
              <a:defRPr sz="1700" b="1"/>
            </a:lvl3pPr>
            <a:lvl4pPr marL="1286547" indent="0">
              <a:buNone/>
              <a:defRPr sz="1500" b="1"/>
            </a:lvl4pPr>
            <a:lvl5pPr marL="1715397" indent="0">
              <a:buNone/>
              <a:defRPr sz="1500" b="1"/>
            </a:lvl5pPr>
            <a:lvl6pPr marL="2144246" indent="0">
              <a:buNone/>
              <a:defRPr sz="1500" b="1"/>
            </a:lvl6pPr>
            <a:lvl7pPr marL="2573094" indent="0">
              <a:buNone/>
              <a:defRPr sz="1500" b="1"/>
            </a:lvl7pPr>
            <a:lvl8pPr marL="3001946" indent="0">
              <a:buNone/>
              <a:defRPr sz="1500" b="1"/>
            </a:lvl8pPr>
            <a:lvl9pPr marL="3430790" indent="0">
              <a:buNone/>
              <a:defRPr sz="1500" b="1"/>
            </a:lvl9pPr>
          </a:lstStyle>
          <a:p>
            <a:pPr lvl="0"/>
            <a:r>
              <a:rPr lang="en-US"/>
              <a:t>Click to edit Master text styles</a:t>
            </a:r>
          </a:p>
        </p:txBody>
      </p:sp>
      <p:sp>
        <p:nvSpPr>
          <p:cNvPr id="4" name="Content Placeholder 3"/>
          <p:cNvSpPr>
            <a:spLocks noGrp="1"/>
          </p:cNvSpPr>
          <p:nvPr>
            <p:ph sz="half" idx="2"/>
          </p:nvPr>
        </p:nvSpPr>
        <p:spPr>
          <a:xfrm>
            <a:off x="609898" y="2174916"/>
            <a:ext cx="5387028" cy="3950667"/>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163" y="1534892"/>
            <a:ext cx="5388952" cy="640006"/>
          </a:xfrm>
        </p:spPr>
        <p:txBody>
          <a:bodyPr anchor="b"/>
          <a:lstStyle>
            <a:lvl1pPr marL="0" indent="0">
              <a:buNone/>
              <a:defRPr sz="2300" b="1"/>
            </a:lvl1pPr>
            <a:lvl2pPr marL="428848" indent="0">
              <a:buNone/>
              <a:defRPr sz="1900" b="1"/>
            </a:lvl2pPr>
            <a:lvl3pPr marL="857698" indent="0">
              <a:buNone/>
              <a:defRPr sz="1700" b="1"/>
            </a:lvl3pPr>
            <a:lvl4pPr marL="1286547" indent="0">
              <a:buNone/>
              <a:defRPr sz="1500" b="1"/>
            </a:lvl4pPr>
            <a:lvl5pPr marL="1715397" indent="0">
              <a:buNone/>
              <a:defRPr sz="1500" b="1"/>
            </a:lvl5pPr>
            <a:lvl6pPr marL="2144246" indent="0">
              <a:buNone/>
              <a:defRPr sz="1500" b="1"/>
            </a:lvl6pPr>
            <a:lvl7pPr marL="2573094" indent="0">
              <a:buNone/>
              <a:defRPr sz="1500" b="1"/>
            </a:lvl7pPr>
            <a:lvl8pPr marL="3001946" indent="0">
              <a:buNone/>
              <a:defRPr sz="1500" b="1"/>
            </a:lvl8pPr>
            <a:lvl9pPr marL="3430790" indent="0">
              <a:buNone/>
              <a:defRPr sz="1500" b="1"/>
            </a:lvl9pPr>
          </a:lstStyle>
          <a:p>
            <a:pPr lvl="0"/>
            <a:r>
              <a:rPr lang="en-US"/>
              <a:t>Click to edit Master text styles</a:t>
            </a:r>
          </a:p>
        </p:txBody>
      </p:sp>
      <p:sp>
        <p:nvSpPr>
          <p:cNvPr id="6" name="Content Placeholder 5"/>
          <p:cNvSpPr>
            <a:spLocks noGrp="1"/>
          </p:cNvSpPr>
          <p:nvPr>
            <p:ph sz="quarter" idx="4"/>
          </p:nvPr>
        </p:nvSpPr>
        <p:spPr>
          <a:xfrm>
            <a:off x="6193163" y="2174916"/>
            <a:ext cx="5388952" cy="3950667"/>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9"/>
          <p:cNvSpPr>
            <a:spLocks noGrp="1"/>
          </p:cNvSpPr>
          <p:nvPr>
            <p:ph type="sldNum" sz="quarter" idx="10"/>
          </p:nvPr>
        </p:nvSpPr>
        <p:spPr/>
        <p:txBody>
          <a:bodyPr/>
          <a:lstStyle>
            <a:lvl1pPr>
              <a:defRPr/>
            </a:lvl1pPr>
          </a:lstStyle>
          <a:p>
            <a:fld id="{ABF3843A-725B-4974-A465-02E634B7085B}" type="slidenum">
              <a:rPr lang="en-GB">
                <a:solidFill>
                  <a:srgbClr val="002776"/>
                </a:solidFill>
              </a:rPr>
              <a:pPr/>
              <a:t>‹#›</a:t>
            </a:fld>
            <a:endParaRPr lang="en-GB" dirty="0">
              <a:solidFill>
                <a:srgbClr val="002776"/>
              </a:solidFill>
            </a:endParaRPr>
          </a:p>
        </p:txBody>
      </p:sp>
      <p:sp>
        <p:nvSpPr>
          <p:cNvPr id="8"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23455056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9"/>
          <p:cNvSpPr>
            <a:spLocks noGrp="1"/>
          </p:cNvSpPr>
          <p:nvPr>
            <p:ph type="sldNum" sz="quarter" idx="10"/>
          </p:nvPr>
        </p:nvSpPr>
        <p:spPr/>
        <p:txBody>
          <a:bodyPr/>
          <a:lstStyle>
            <a:lvl1pPr>
              <a:defRPr/>
            </a:lvl1pPr>
          </a:lstStyle>
          <a:p>
            <a:fld id="{CFCBC793-4117-4864-AC5E-98EB848ECCA7}" type="slidenum">
              <a:rPr lang="en-GB">
                <a:solidFill>
                  <a:srgbClr val="002776"/>
                </a:solidFill>
              </a:rPr>
              <a:pPr/>
              <a:t>‹#›</a:t>
            </a:fld>
            <a:endParaRPr lang="en-GB" dirty="0">
              <a:solidFill>
                <a:srgbClr val="002776"/>
              </a:solidFill>
            </a:endParaRPr>
          </a:p>
        </p:txBody>
      </p:sp>
      <p:sp>
        <p:nvSpPr>
          <p:cNvPr id="4"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140668389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9"/>
          <p:cNvSpPr>
            <a:spLocks noGrp="1"/>
          </p:cNvSpPr>
          <p:nvPr>
            <p:ph type="sldNum" sz="quarter" idx="10"/>
          </p:nvPr>
        </p:nvSpPr>
        <p:spPr>
          <a:xfrm>
            <a:off x="554892" y="6554792"/>
            <a:ext cx="377093" cy="142875"/>
          </a:xfrm>
        </p:spPr>
        <p:txBody>
          <a:bodyPr/>
          <a:lstStyle>
            <a:lvl1pPr>
              <a:defRPr/>
            </a:lvl1pPr>
          </a:lstStyle>
          <a:p>
            <a:fld id="{CDF03817-2923-4574-955C-5BC05054893F}" type="slidenum">
              <a:rPr lang="en-GB">
                <a:solidFill>
                  <a:srgbClr val="002776"/>
                </a:solidFill>
              </a:rPr>
              <a:pPr/>
              <a:t>‹#›</a:t>
            </a:fld>
            <a:endParaRPr lang="en-GB" dirty="0">
              <a:solidFill>
                <a:srgbClr val="002776"/>
              </a:solidFill>
            </a:endParaRPr>
          </a:p>
        </p:txBody>
      </p:sp>
      <p:sp>
        <p:nvSpPr>
          <p:cNvPr id="3"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4867718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907" y="273107"/>
            <a:ext cx="4011412" cy="1162373"/>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4767543" y="273093"/>
            <a:ext cx="6814591" cy="5852477"/>
          </a:xfrm>
        </p:spPr>
        <p:txBody>
          <a:bodyPr/>
          <a:lstStyle>
            <a:lvl1pPr>
              <a:defRPr sz="3000"/>
            </a:lvl1pPr>
            <a:lvl2pPr>
              <a:defRPr sz="26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907" y="1435461"/>
            <a:ext cx="4011412" cy="4690104"/>
          </a:xfrm>
        </p:spPr>
        <p:txBody>
          <a:bodyPr/>
          <a:lstStyle>
            <a:lvl1pPr marL="0" indent="0">
              <a:buNone/>
              <a:defRPr sz="1300"/>
            </a:lvl1pPr>
            <a:lvl2pPr marL="428848" indent="0">
              <a:buNone/>
              <a:defRPr sz="1100"/>
            </a:lvl2pPr>
            <a:lvl3pPr marL="857698" indent="0">
              <a:buNone/>
              <a:defRPr sz="900"/>
            </a:lvl3pPr>
            <a:lvl4pPr marL="1286547" indent="0">
              <a:buNone/>
              <a:defRPr sz="800"/>
            </a:lvl4pPr>
            <a:lvl5pPr marL="1715397" indent="0">
              <a:buNone/>
              <a:defRPr sz="800"/>
            </a:lvl5pPr>
            <a:lvl6pPr marL="2144246" indent="0">
              <a:buNone/>
              <a:defRPr sz="800"/>
            </a:lvl6pPr>
            <a:lvl7pPr marL="2573094" indent="0">
              <a:buNone/>
              <a:defRPr sz="800"/>
            </a:lvl7pPr>
            <a:lvl8pPr marL="3001946" indent="0">
              <a:buNone/>
              <a:defRPr sz="800"/>
            </a:lvl8pPr>
            <a:lvl9pPr marL="3430790" indent="0">
              <a:buNone/>
              <a:defRPr sz="800"/>
            </a:lvl9pPr>
          </a:lstStyle>
          <a:p>
            <a:pPr lvl="0"/>
            <a:r>
              <a:rPr lang="en-US"/>
              <a:t>Click to edit Master text styles</a:t>
            </a:r>
          </a:p>
        </p:txBody>
      </p:sp>
      <p:sp>
        <p:nvSpPr>
          <p:cNvPr id="5" name="Slide Number Placeholder 9"/>
          <p:cNvSpPr>
            <a:spLocks noGrp="1"/>
          </p:cNvSpPr>
          <p:nvPr>
            <p:ph type="sldNum" sz="quarter" idx="10"/>
          </p:nvPr>
        </p:nvSpPr>
        <p:spPr/>
        <p:txBody>
          <a:bodyPr/>
          <a:lstStyle>
            <a:lvl1pPr>
              <a:defRPr/>
            </a:lvl1pPr>
          </a:lstStyle>
          <a:p>
            <a:fld id="{C27EA89A-FFA1-4956-9046-6D6B48330582}" type="slidenum">
              <a:rPr lang="en-GB">
                <a:solidFill>
                  <a:srgbClr val="002776"/>
                </a:solidFill>
              </a:rPr>
              <a:pPr/>
              <a:t>‹#›</a:t>
            </a:fld>
            <a:endParaRPr lang="en-GB" dirty="0">
              <a:solidFill>
                <a:srgbClr val="002776"/>
              </a:solidFill>
            </a:endParaRPr>
          </a:p>
        </p:txBody>
      </p:sp>
      <p:sp>
        <p:nvSpPr>
          <p:cNvPr id="6"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21467740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555" y="4800740"/>
            <a:ext cx="7314815" cy="567182"/>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2389555" y="613401"/>
            <a:ext cx="7314815" cy="4114520"/>
          </a:xfrm>
        </p:spPr>
        <p:txBody>
          <a:bodyPr/>
          <a:lstStyle>
            <a:lvl1pPr marL="0" indent="0">
              <a:buNone/>
              <a:defRPr sz="3000"/>
            </a:lvl1pPr>
            <a:lvl2pPr marL="428848" indent="0">
              <a:buNone/>
              <a:defRPr sz="2600"/>
            </a:lvl2pPr>
            <a:lvl3pPr marL="857698" indent="0">
              <a:buNone/>
              <a:defRPr sz="2300"/>
            </a:lvl3pPr>
            <a:lvl4pPr marL="1286547" indent="0">
              <a:buNone/>
              <a:defRPr sz="1900"/>
            </a:lvl4pPr>
            <a:lvl5pPr marL="1715397" indent="0">
              <a:buNone/>
              <a:defRPr sz="1900"/>
            </a:lvl5pPr>
            <a:lvl6pPr marL="2144246" indent="0">
              <a:buNone/>
              <a:defRPr sz="1900"/>
            </a:lvl6pPr>
            <a:lvl7pPr marL="2573094" indent="0">
              <a:buNone/>
              <a:defRPr sz="1900"/>
            </a:lvl7pPr>
            <a:lvl8pPr marL="3001946" indent="0">
              <a:buNone/>
              <a:defRPr sz="1900"/>
            </a:lvl8pPr>
            <a:lvl9pPr marL="3430790" indent="0">
              <a:buNone/>
              <a:defRPr sz="1900"/>
            </a:lvl9pPr>
          </a:lstStyle>
          <a:p>
            <a:pPr lvl="0"/>
            <a:endParaRPr lang="en-US" noProof="0" dirty="0"/>
          </a:p>
        </p:txBody>
      </p:sp>
      <p:sp>
        <p:nvSpPr>
          <p:cNvPr id="4" name="Text Placeholder 3"/>
          <p:cNvSpPr>
            <a:spLocks noGrp="1"/>
          </p:cNvSpPr>
          <p:nvPr>
            <p:ph type="body" sz="half" idx="2"/>
          </p:nvPr>
        </p:nvSpPr>
        <p:spPr>
          <a:xfrm>
            <a:off x="2389555" y="5367922"/>
            <a:ext cx="7314815" cy="803858"/>
          </a:xfrm>
        </p:spPr>
        <p:txBody>
          <a:bodyPr/>
          <a:lstStyle>
            <a:lvl1pPr marL="0" indent="0">
              <a:buNone/>
              <a:defRPr sz="1300"/>
            </a:lvl1pPr>
            <a:lvl2pPr marL="428848" indent="0">
              <a:buNone/>
              <a:defRPr sz="1100"/>
            </a:lvl2pPr>
            <a:lvl3pPr marL="857698" indent="0">
              <a:buNone/>
              <a:defRPr sz="900"/>
            </a:lvl3pPr>
            <a:lvl4pPr marL="1286547" indent="0">
              <a:buNone/>
              <a:defRPr sz="800"/>
            </a:lvl4pPr>
            <a:lvl5pPr marL="1715397" indent="0">
              <a:buNone/>
              <a:defRPr sz="800"/>
            </a:lvl5pPr>
            <a:lvl6pPr marL="2144246" indent="0">
              <a:buNone/>
              <a:defRPr sz="800"/>
            </a:lvl6pPr>
            <a:lvl7pPr marL="2573094" indent="0">
              <a:buNone/>
              <a:defRPr sz="800"/>
            </a:lvl7pPr>
            <a:lvl8pPr marL="3001946" indent="0">
              <a:buNone/>
              <a:defRPr sz="800"/>
            </a:lvl8pPr>
            <a:lvl9pPr marL="3430790" indent="0">
              <a:buNone/>
              <a:defRPr sz="800"/>
            </a:lvl9pPr>
          </a:lstStyle>
          <a:p>
            <a:pPr lvl="0"/>
            <a:r>
              <a:rPr lang="en-US"/>
              <a:t>Click to edit Master text styles</a:t>
            </a:r>
          </a:p>
        </p:txBody>
      </p:sp>
      <p:sp>
        <p:nvSpPr>
          <p:cNvPr id="5" name="Slide Number Placeholder 9"/>
          <p:cNvSpPr>
            <a:spLocks noGrp="1"/>
          </p:cNvSpPr>
          <p:nvPr>
            <p:ph type="sldNum" sz="quarter" idx="10"/>
          </p:nvPr>
        </p:nvSpPr>
        <p:spPr/>
        <p:txBody>
          <a:bodyPr/>
          <a:lstStyle>
            <a:lvl1pPr>
              <a:defRPr/>
            </a:lvl1pPr>
          </a:lstStyle>
          <a:p>
            <a:fld id="{16A1062D-AA7D-45DD-89A7-5EC2D780798A}" type="slidenum">
              <a:rPr lang="en-GB">
                <a:solidFill>
                  <a:srgbClr val="002776"/>
                </a:solidFill>
              </a:rPr>
              <a:pPr/>
              <a:t>‹#›</a:t>
            </a:fld>
            <a:endParaRPr lang="en-GB" dirty="0">
              <a:solidFill>
                <a:srgbClr val="002776"/>
              </a:solidFill>
            </a:endParaRPr>
          </a:p>
        </p:txBody>
      </p:sp>
      <p:sp>
        <p:nvSpPr>
          <p:cNvPr id="6"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10854287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9"/>
          <p:cNvSpPr>
            <a:spLocks noGrp="1"/>
          </p:cNvSpPr>
          <p:nvPr>
            <p:ph type="sldNum" sz="quarter" idx="10"/>
          </p:nvPr>
        </p:nvSpPr>
        <p:spPr/>
        <p:txBody>
          <a:bodyPr/>
          <a:lstStyle>
            <a:lvl1pPr>
              <a:defRPr/>
            </a:lvl1pPr>
          </a:lstStyle>
          <a:p>
            <a:fld id="{ECFCD07B-EA73-4EC2-B7F9-7D84C08CD96A}" type="slidenum">
              <a:rPr lang="en-GB">
                <a:solidFill>
                  <a:srgbClr val="002776"/>
                </a:solidFill>
              </a:rPr>
              <a:pPr/>
              <a:t>‹#›</a:t>
            </a:fld>
            <a:endParaRPr lang="en-GB" dirty="0">
              <a:solidFill>
                <a:srgbClr val="002776"/>
              </a:solidFill>
            </a:endParaRPr>
          </a:p>
        </p:txBody>
      </p:sp>
      <p:sp>
        <p:nvSpPr>
          <p:cNvPr id="5"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40581780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67484" y="350114"/>
            <a:ext cx="2807027" cy="60597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40630" y="350114"/>
            <a:ext cx="8242153" cy="60597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9"/>
          <p:cNvSpPr>
            <a:spLocks noGrp="1"/>
          </p:cNvSpPr>
          <p:nvPr>
            <p:ph type="sldNum" sz="quarter" idx="10"/>
          </p:nvPr>
        </p:nvSpPr>
        <p:spPr/>
        <p:txBody>
          <a:bodyPr/>
          <a:lstStyle>
            <a:lvl1pPr>
              <a:defRPr/>
            </a:lvl1pPr>
          </a:lstStyle>
          <a:p>
            <a:fld id="{0E3ECA96-24E0-4DE6-8842-BB101B713F45}" type="slidenum">
              <a:rPr lang="en-GB">
                <a:solidFill>
                  <a:srgbClr val="002776"/>
                </a:solidFill>
              </a:rPr>
              <a:pPr/>
              <a:t>‹#›</a:t>
            </a:fld>
            <a:endParaRPr lang="en-GB" dirty="0">
              <a:solidFill>
                <a:srgbClr val="002776"/>
              </a:solidFill>
            </a:endParaRPr>
          </a:p>
        </p:txBody>
      </p:sp>
      <p:sp>
        <p:nvSpPr>
          <p:cNvPr id="5" name="Footer Placeholder 10"/>
          <p:cNvSpPr>
            <a:spLocks noGrp="1"/>
          </p:cNvSpPr>
          <p:nvPr>
            <p:ph type="ftr" sz="quarter" idx="11"/>
          </p:nvPr>
        </p:nvSpPr>
        <p:spPr/>
        <p:txBody>
          <a:bodyPr/>
          <a:lstStyle>
            <a:lvl1pPr>
              <a:defRPr/>
            </a:lvl1p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42598836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Single Column Text slide">
    <p:spTree>
      <p:nvGrpSpPr>
        <p:cNvPr id="1" name=""/>
        <p:cNvGrpSpPr/>
        <p:nvPr/>
      </p:nvGrpSpPr>
      <p:grpSpPr>
        <a:xfrm>
          <a:off x="0" y="0"/>
          <a:ext cx="0" cy="0"/>
          <a:chOff x="0" y="0"/>
          <a:chExt cx="0" cy="0"/>
        </a:xfrm>
      </p:grpSpPr>
      <p:sp>
        <p:nvSpPr>
          <p:cNvPr id="4" name="Rectangle 6"/>
          <p:cNvSpPr>
            <a:spLocks noChangeArrowheads="1"/>
          </p:cNvSpPr>
          <p:nvPr userDrawn="1"/>
        </p:nvSpPr>
        <p:spPr bwMode="gray">
          <a:xfrm>
            <a:off x="522838" y="1154114"/>
            <a:ext cx="5353049" cy="5135562"/>
          </a:xfrm>
          <a:prstGeom prst="rect">
            <a:avLst/>
          </a:prstGeom>
          <a:noFill/>
          <a:ln w="9525" algn="ctr">
            <a:noFill/>
            <a:miter lim="800000"/>
            <a:headEnd/>
            <a:tailEnd/>
          </a:ln>
          <a:effectLst/>
        </p:spPr>
        <p:txBody>
          <a:bodyPr lIns="0" tIns="0" rIns="0" bIns="0"/>
          <a:lstStyle/>
          <a:p>
            <a:pPr defTabSz="912495" fontAlgn="base">
              <a:lnSpc>
                <a:spcPct val="106000"/>
              </a:lnSpc>
              <a:spcBef>
                <a:spcPct val="80000"/>
              </a:spcBef>
              <a:spcAft>
                <a:spcPct val="0"/>
              </a:spcAft>
              <a:buClr>
                <a:srgbClr val="000000"/>
              </a:buClr>
              <a:buSzPct val="80000"/>
              <a:buFont typeface="Wingdings" pitchFamily="2" charset="2"/>
              <a:buNone/>
              <a:defRPr/>
            </a:pPr>
            <a:endParaRPr lang="en-US" sz="1000" dirty="0">
              <a:solidFill>
                <a:srgbClr val="000000"/>
              </a:solidFill>
              <a:latin typeface="Times New Roman" pitchFamily="18" charset="0"/>
              <a:cs typeface="Arial" charset="0"/>
            </a:endParaRPr>
          </a:p>
        </p:txBody>
      </p:sp>
      <p:sp>
        <p:nvSpPr>
          <p:cNvPr id="14" name="Text Placeholder 13"/>
          <p:cNvSpPr>
            <a:spLocks noGrp="1"/>
          </p:cNvSpPr>
          <p:nvPr>
            <p:ph type="body" sz="quarter" idx="10"/>
          </p:nvPr>
        </p:nvSpPr>
        <p:spPr>
          <a:xfrm>
            <a:off x="524264" y="953364"/>
            <a:ext cx="11136461" cy="5138928"/>
          </a:xfrm>
        </p:spPr>
        <p:txBody>
          <a:bodyPr/>
          <a:lstStyle>
            <a:lvl1pPr marL="0" indent="0">
              <a:buNone/>
              <a:defRPr sz="1400"/>
            </a:lvl1pPr>
          </a:lstStyle>
          <a:p>
            <a:pPr lvl="0"/>
            <a:r>
              <a:rPr lang="en-US" dirty="0"/>
              <a:t>Click to edit</a:t>
            </a:r>
          </a:p>
        </p:txBody>
      </p:sp>
      <p:sp>
        <p:nvSpPr>
          <p:cNvPr id="20" name="Text Placeholder 19"/>
          <p:cNvSpPr>
            <a:spLocks noGrp="1"/>
          </p:cNvSpPr>
          <p:nvPr>
            <p:ph type="body" sz="quarter" idx="12"/>
          </p:nvPr>
        </p:nvSpPr>
        <p:spPr>
          <a:xfrm>
            <a:off x="524263" y="256033"/>
            <a:ext cx="11131296" cy="521208"/>
          </a:xfrm>
          <a:solidFill>
            <a:srgbClr val="FFFFFF"/>
          </a:solidFill>
        </p:spPr>
        <p:txBody>
          <a:bodyPr anchor="b"/>
          <a:lstStyle>
            <a:lvl1pPr>
              <a:buNone/>
              <a:defRPr sz="1600" b="1"/>
            </a:lvl1pPr>
          </a:lstStyle>
          <a:p>
            <a:pPr lvl="0"/>
            <a:r>
              <a:rPr lang="en-US" dirty="0"/>
              <a:t>Click to edit</a:t>
            </a:r>
          </a:p>
        </p:txBody>
      </p:sp>
      <p:sp>
        <p:nvSpPr>
          <p:cNvPr id="5" name="Slide Number Placeholder 9"/>
          <p:cNvSpPr>
            <a:spLocks noGrp="1"/>
          </p:cNvSpPr>
          <p:nvPr>
            <p:ph type="sldNum" sz="quarter" idx="13"/>
          </p:nvPr>
        </p:nvSpPr>
        <p:spPr>
          <a:xfrm>
            <a:off x="554892" y="6554792"/>
            <a:ext cx="377093" cy="142875"/>
          </a:xfrm>
        </p:spPr>
        <p:txBody>
          <a:bodyPr/>
          <a:lstStyle>
            <a:lvl1pPr>
              <a:defRPr/>
            </a:lvl1pPr>
          </a:lstStyle>
          <a:p>
            <a:fld id="{CDF03817-2923-4574-955C-5BC05054893F}" type="slidenum">
              <a:rPr lang="en-GB">
                <a:solidFill>
                  <a:srgbClr val="002776"/>
                </a:solidFill>
              </a:rPr>
              <a:pPr/>
              <a:t>‹#›</a:t>
            </a:fld>
            <a:endParaRPr lang="en-GB" dirty="0">
              <a:solidFill>
                <a:srgbClr val="002776"/>
              </a:solidFill>
            </a:endParaRPr>
          </a:p>
        </p:txBody>
      </p:sp>
    </p:spTree>
    <p:extLst>
      <p:ext uri="{BB962C8B-B14F-4D97-AF65-F5344CB8AC3E}">
        <p14:creationId xmlns:p14="http://schemas.microsoft.com/office/powerpoint/2010/main" val="37624997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1 Column">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548639" y="1399034"/>
            <a:ext cx="11106912" cy="4882896"/>
          </a:xfrm>
          <a:prstGeom prst="rect">
            <a:avLst/>
          </a:prstGeom>
        </p:spPr>
        <p:txBody>
          <a:bodyPr vert="horz" lIns="0" tIns="0" rIns="0" bIns="0" rtlCol="0">
            <a:noAutofit/>
          </a:bodyPr>
          <a:lstStyle>
            <a:lvl1pPr marL="0" marR="0" indent="0" algn="l" defTabSz="909428" rtl="0" eaLnBrk="1" fontAlgn="base" latinLnBrk="0" hangingPunct="1">
              <a:lnSpc>
                <a:spcPct val="100000"/>
              </a:lnSpc>
              <a:spcBef>
                <a:spcPts val="2200"/>
              </a:spcBef>
              <a:spcAft>
                <a:spcPct val="0"/>
              </a:spcAft>
              <a:buClrTx/>
              <a:buSzTx/>
              <a:buFont typeface="Arial" pitchFamily="34" charset="0"/>
              <a:buNone/>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L="173675" marR="0" indent="-172098" algn="l" defTabSz="909428"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909428"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09428"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909428"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5pPr>
            <a:lvl6pPr marR="0" algn="l" defTabSz="909428"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Placeholder 10"/>
          <p:cNvSpPr>
            <a:spLocks noGrp="1"/>
          </p:cNvSpPr>
          <p:nvPr>
            <p:ph type="title"/>
          </p:nvPr>
        </p:nvSpPr>
        <p:spPr bwMode="gray">
          <a:xfrm>
            <a:off x="552453" y="450281"/>
            <a:ext cx="11106912" cy="329184"/>
          </a:xfrm>
          <a:prstGeom prst="rect">
            <a:avLst/>
          </a:prstGeom>
        </p:spPr>
        <p:txBody>
          <a:bodyPr lIns="0" tIns="0" rIns="0" bIns="0">
            <a:spAutoFit/>
          </a:bodyPr>
          <a:lstStyle/>
          <a:p>
            <a:pPr marL="0" marR="0" lvl="0" indent="0" algn="l" defTabSz="909428" rtl="0" eaLnBrk="0" fontAlgn="base" latinLnBrk="0" hangingPunct="0">
              <a:lnSpc>
                <a:spcPct val="90000"/>
              </a:lnSpc>
              <a:spcBef>
                <a:spcPct val="0"/>
              </a:spcBef>
              <a:spcAft>
                <a:spcPct val="0"/>
              </a:spcAft>
              <a:buClrTx/>
              <a:buSzTx/>
              <a:buFontTx/>
              <a:buNone/>
              <a:tabLst/>
              <a:defRPr/>
            </a:pPr>
            <a:r>
              <a:rPr lang="en-US" dirty="0"/>
              <a:t>Click to edit Master title style</a:t>
            </a:r>
          </a:p>
        </p:txBody>
      </p:sp>
      <p:sp>
        <p:nvSpPr>
          <p:cNvPr id="4" name="Slide Number Placeholder 9"/>
          <p:cNvSpPr>
            <a:spLocks noGrp="1"/>
          </p:cNvSpPr>
          <p:nvPr>
            <p:ph type="sldNum" sz="quarter" idx="10"/>
          </p:nvPr>
        </p:nvSpPr>
        <p:spPr>
          <a:xfrm>
            <a:off x="554892" y="6554792"/>
            <a:ext cx="377093" cy="142875"/>
          </a:xfrm>
        </p:spPr>
        <p:txBody>
          <a:bodyPr/>
          <a:lstStyle>
            <a:lvl1pPr>
              <a:defRPr/>
            </a:lvl1pPr>
          </a:lstStyle>
          <a:p>
            <a:fld id="{CDF03817-2923-4574-955C-5BC05054893F}" type="slidenum">
              <a:rPr lang="en-GB">
                <a:solidFill>
                  <a:srgbClr val="002776"/>
                </a:solidFill>
              </a:rPr>
              <a:pPr/>
              <a:t>‹#›</a:t>
            </a:fld>
            <a:endParaRPr lang="en-GB" dirty="0">
              <a:solidFill>
                <a:srgbClr val="002776"/>
              </a:solidFill>
            </a:endParaRPr>
          </a:p>
        </p:txBody>
      </p:sp>
    </p:spTree>
    <p:extLst>
      <p:ext uri="{BB962C8B-B14F-4D97-AF65-F5344CB8AC3E}">
        <p14:creationId xmlns:p14="http://schemas.microsoft.com/office/powerpoint/2010/main" val="23627158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10" name="Content Placeholder 20"/>
          <p:cNvSpPr>
            <a:spLocks noGrp="1"/>
          </p:cNvSpPr>
          <p:nvPr>
            <p:ph sz="quarter" idx="12"/>
          </p:nvPr>
        </p:nvSpPr>
        <p:spPr bwMode="gray">
          <a:xfrm>
            <a:off x="437803" y="1434657"/>
            <a:ext cx="11106912" cy="4882896"/>
          </a:xfrm>
          <a:prstGeom prst="rect">
            <a:avLst/>
          </a:prstGeom>
        </p:spPr>
        <p:txBody>
          <a:bodyPr vert="horz" lIns="0" tIns="0" rIns="0" bIns="0" rtlCol="0">
            <a:noAutofit/>
          </a:bodyPr>
          <a:lstStyle>
            <a:lvl1pPr marL="0" marR="0" indent="0" algn="l" defTabSz="912495" rtl="0" eaLnBrk="1" fontAlgn="base" latinLnBrk="0" hangingPunct="1">
              <a:lnSpc>
                <a:spcPct val="100000"/>
              </a:lnSpc>
              <a:spcBef>
                <a:spcPts val="2200"/>
              </a:spcBef>
              <a:spcAft>
                <a:spcPct val="0"/>
              </a:spcAft>
              <a:buClrTx/>
              <a:buSzTx/>
              <a:buFont typeface="Arial" pitchFamily="34" charset="0"/>
              <a:buNone/>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1pPr>
            <a:lvl2pPr marL="174261" marR="0" indent="-172679" algn="l" defTabSz="912495" rtl="0" eaLnBrk="1" fontAlgn="base" latinLnBrk="0" hangingPunct="1">
              <a:lnSpc>
                <a:spcPct val="100000"/>
              </a:lnSpc>
              <a:spcAft>
                <a:spcPct val="0"/>
              </a:spcAft>
              <a:buFont typeface="Arial" pitchFamily="34" charset="0"/>
              <a:tabLst/>
              <a:defRPr kumimoji="0" lang="en-US" sz="2000" b="0" i="0" u="none" strike="noStrike" kern="1200" cap="none" normalizeH="0" baseline="0" dirty="0" smtClean="0">
                <a:ln>
                  <a:noFill/>
                </a:ln>
                <a:solidFill>
                  <a:schemeClr val="tx2"/>
                </a:solidFill>
                <a:effectLst/>
                <a:latin typeface="+mn-lt"/>
                <a:ea typeface="+mn-ea"/>
                <a:cs typeface="Arial" pitchFamily="34" charset="0"/>
              </a:defRPr>
            </a:lvl2pPr>
            <a:lvl3pPr marR="0" algn="l" defTabSz="91249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Arial" pitchFamily="34" charset="0"/>
                <a:ea typeface="+mn-ea"/>
                <a:cs typeface="Arial" pitchFamily="34" charset="0"/>
              </a:defRPr>
            </a:lvl3pPr>
            <a:lvl4pPr marR="0" algn="l" defTabSz="91249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4pPr>
            <a:lvl5pPr marR="0" algn="l" defTabSz="91249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5pPr>
            <a:lvl6pPr marR="0" algn="l" defTabSz="912495" rtl="0" eaLnBrk="1" fontAlgn="base" latinLnBrk="0" hangingPunct="1">
              <a:lnSpc>
                <a:spcPct val="100000"/>
              </a:lnSpc>
              <a:spcAft>
                <a:spcPct val="0"/>
              </a:spcAft>
              <a:buFont typeface="Arial" pitchFamily="34" charset="0"/>
              <a:tabLst/>
              <a:defRPr kumimoji="0" lang="en-US" sz="1800" b="0" i="0" u="none" strike="noStrike" kern="1200" cap="none" normalizeH="0" baseline="0" dirty="0" smtClean="0">
                <a:ln>
                  <a:noFill/>
                </a:ln>
                <a:solidFill>
                  <a:schemeClr val="tx2"/>
                </a:solidFill>
                <a:effectLst/>
                <a:latin typeface="+mn-lt"/>
                <a:ea typeface="+mn-ea"/>
                <a:cs typeface="Arial" pitchFamily="34" charset="0"/>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itle Placeholder 10"/>
          <p:cNvSpPr>
            <a:spLocks noGrp="1"/>
          </p:cNvSpPr>
          <p:nvPr>
            <p:ph type="title"/>
          </p:nvPr>
        </p:nvSpPr>
        <p:spPr bwMode="gray">
          <a:xfrm>
            <a:off x="552453" y="450281"/>
            <a:ext cx="11106912" cy="329184"/>
          </a:xfrm>
          <a:prstGeom prst="rect">
            <a:avLst/>
          </a:prstGeom>
        </p:spPr>
        <p:txBody>
          <a:bodyPr lIns="0" tIns="0" rIns="0" bIns="0">
            <a:spAutoFit/>
          </a:bodyPr>
          <a:lstStyle/>
          <a:p>
            <a:pPr marL="0" marR="0" lvl="0" indent="0" algn="l" defTabSz="912495" rtl="0" eaLnBrk="0" fontAlgn="base" latinLnBrk="0" hangingPunct="0">
              <a:lnSpc>
                <a:spcPct val="90000"/>
              </a:lnSpc>
              <a:spcBef>
                <a:spcPct val="0"/>
              </a:spcBef>
              <a:spcAft>
                <a:spcPct val="0"/>
              </a:spcAft>
              <a:buClrTx/>
              <a:buSzTx/>
              <a:buFontTx/>
              <a:buNone/>
              <a:tabLst/>
              <a:defRPr/>
            </a:pPr>
            <a:r>
              <a:rPr lang="en-US"/>
              <a:t>Click to edit Master title style</a:t>
            </a:r>
            <a:endParaRPr lang="en-US" dirty="0"/>
          </a:p>
        </p:txBody>
      </p:sp>
      <p:sp>
        <p:nvSpPr>
          <p:cNvPr id="4" name="Slide Number Placeholder 9"/>
          <p:cNvSpPr>
            <a:spLocks noGrp="1"/>
          </p:cNvSpPr>
          <p:nvPr>
            <p:ph type="sldNum" sz="quarter" idx="10"/>
          </p:nvPr>
        </p:nvSpPr>
        <p:spPr>
          <a:xfrm>
            <a:off x="554892" y="6554792"/>
            <a:ext cx="377093" cy="142875"/>
          </a:xfrm>
        </p:spPr>
        <p:txBody>
          <a:bodyPr/>
          <a:lstStyle>
            <a:lvl1pPr>
              <a:defRPr/>
            </a:lvl1pPr>
          </a:lstStyle>
          <a:p>
            <a:fld id="{CDF03817-2923-4574-955C-5BC05054893F}" type="slidenum">
              <a:rPr lang="en-GB">
                <a:solidFill>
                  <a:srgbClr val="002776"/>
                </a:solidFill>
              </a:rPr>
              <a:pPr/>
              <a:t>‹#›</a:t>
            </a:fld>
            <a:endParaRPr lang="en-GB" dirty="0">
              <a:solidFill>
                <a:srgbClr val="002776"/>
              </a:solidFill>
            </a:endParaRPr>
          </a:p>
        </p:txBody>
      </p:sp>
    </p:spTree>
    <p:extLst>
      <p:ext uri="{BB962C8B-B14F-4D97-AF65-F5344CB8AC3E}">
        <p14:creationId xmlns:p14="http://schemas.microsoft.com/office/powerpoint/2010/main" val="155952864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userDrawn="1">
  <p:cSld name="כותרת ותוכן">
    <p:spTree>
      <p:nvGrpSpPr>
        <p:cNvPr id="1" name=""/>
        <p:cNvGrpSpPr/>
        <p:nvPr/>
      </p:nvGrpSpPr>
      <p:grpSpPr>
        <a:xfrm>
          <a:off x="0" y="0"/>
          <a:ext cx="0" cy="0"/>
          <a:chOff x="0" y="0"/>
          <a:chExt cx="0" cy="0"/>
        </a:xfrm>
      </p:grpSpPr>
      <p:sp>
        <p:nvSpPr>
          <p:cNvPr id="9" name="מציין מיקום של כותרת 1">
            <a:extLst>
              <a:ext uri="{FF2B5EF4-FFF2-40B4-BE49-F238E27FC236}">
                <a16:creationId xmlns:a16="http://schemas.microsoft.com/office/drawing/2014/main" id="{77F925B9-9539-4211-95E5-F091AA3E2324}"/>
              </a:ext>
            </a:extLst>
          </p:cNvPr>
          <p:cNvSpPr>
            <a:spLocks noGrp="1"/>
          </p:cNvSpPr>
          <p:nvPr>
            <p:ph type="title"/>
          </p:nvPr>
        </p:nvSpPr>
        <p:spPr>
          <a:xfrm>
            <a:off x="838200" y="222308"/>
            <a:ext cx="10515600" cy="1325563"/>
          </a:xfrm>
          <a:prstGeom prst="rect">
            <a:avLst/>
          </a:prstGeom>
        </p:spPr>
        <p:txBody>
          <a:bodyPr vert="horz" lIns="91440" tIns="45720" rIns="91440" bIns="45720" rtlCol="1" anchor="ctr">
            <a:normAutofit/>
          </a:bodyPr>
          <a:lstStyle/>
          <a:p>
            <a:r>
              <a:rPr lang="he-IL" dirty="0"/>
              <a:t>לחץ כדי לערוך סגנון כותרת של תבנית בסיס</a:t>
            </a:r>
          </a:p>
        </p:txBody>
      </p:sp>
      <p:sp>
        <p:nvSpPr>
          <p:cNvPr id="10" name="מציין מיקום טקסט 2">
            <a:extLst>
              <a:ext uri="{FF2B5EF4-FFF2-40B4-BE49-F238E27FC236}">
                <a16:creationId xmlns:a16="http://schemas.microsoft.com/office/drawing/2014/main" id="{3E375E78-2C31-4305-843C-F075A5620C1A}"/>
              </a:ext>
            </a:extLst>
          </p:cNvPr>
          <p:cNvSpPr>
            <a:spLocks noGrp="1"/>
          </p:cNvSpPr>
          <p:nvPr>
            <p:ph idx="1"/>
          </p:nvPr>
        </p:nvSpPr>
        <p:spPr>
          <a:xfrm>
            <a:off x="838200" y="1825625"/>
            <a:ext cx="10515600" cy="4351338"/>
          </a:xfrm>
          <a:prstGeom prst="rect">
            <a:avLst/>
          </a:prstGeom>
        </p:spPr>
        <p:txBody>
          <a:bodyPr vert="horz" lIns="91440" tIns="45720" rIns="91440" bIns="45720" rtlCol="1">
            <a:normAutofit/>
          </a:bodyPr>
          <a:lstStyle/>
          <a:p>
            <a:pPr lvl="0"/>
            <a:r>
              <a:rPr lang="he-IL" dirty="0"/>
              <a:t>ערוך סגנונות טקסט של תבנית בסיס</a:t>
            </a:r>
          </a:p>
          <a:p>
            <a:pPr lvl="1"/>
            <a:r>
              <a:rPr lang="he-IL" dirty="0"/>
              <a:t>רמה שניה</a:t>
            </a:r>
          </a:p>
          <a:p>
            <a:pPr lvl="2"/>
            <a:r>
              <a:rPr lang="he-IL" dirty="0"/>
              <a:t>רמה שלישית</a:t>
            </a:r>
          </a:p>
          <a:p>
            <a:pPr lvl="3"/>
            <a:r>
              <a:rPr lang="he-IL" dirty="0"/>
              <a:t>רמה רביעית</a:t>
            </a:r>
          </a:p>
          <a:p>
            <a:pPr lvl="4"/>
            <a:r>
              <a:rPr lang="he-IL" dirty="0"/>
              <a:t>רמה חמישית</a:t>
            </a:r>
          </a:p>
        </p:txBody>
      </p:sp>
      <p:sp>
        <p:nvSpPr>
          <p:cNvPr id="11" name="מציין מיקום של תאריך 3">
            <a:extLst>
              <a:ext uri="{FF2B5EF4-FFF2-40B4-BE49-F238E27FC236}">
                <a16:creationId xmlns:a16="http://schemas.microsoft.com/office/drawing/2014/main" id="{4C3618D1-681E-4628-8B0B-0E61D5FDEA88}"/>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endParaRPr lang="he-IL"/>
          </a:p>
        </p:txBody>
      </p:sp>
      <p:sp>
        <p:nvSpPr>
          <p:cNvPr id="12" name="מציין מיקום של כותרת תחתונה 4">
            <a:extLst>
              <a:ext uri="{FF2B5EF4-FFF2-40B4-BE49-F238E27FC236}">
                <a16:creationId xmlns:a16="http://schemas.microsoft.com/office/drawing/2014/main" id="{16C1BBB1-D5F7-4257-922E-C78F6FA0C2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r>
              <a:rPr lang="he-IL"/>
              <a:t>בית הדר מרכז רפואה סיעוד ושיקום </a:t>
            </a:r>
          </a:p>
        </p:txBody>
      </p:sp>
      <p:sp>
        <p:nvSpPr>
          <p:cNvPr id="13" name="מציין מיקום של מספר שקופית 5">
            <a:extLst>
              <a:ext uri="{FF2B5EF4-FFF2-40B4-BE49-F238E27FC236}">
                <a16:creationId xmlns:a16="http://schemas.microsoft.com/office/drawing/2014/main" id="{E1452587-1B25-4038-9436-14D6576A224B}"/>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69D18E1D-D9FD-4282-B73C-11A301C594B1}" type="slidenum">
              <a:rPr lang="he-IL" smtClean="0"/>
              <a:t>‹#›</a:t>
            </a:fld>
            <a:endParaRPr lang="he-IL"/>
          </a:p>
        </p:txBody>
      </p:sp>
      <p:pic>
        <p:nvPicPr>
          <p:cNvPr id="15" name="Picture 6">
            <a:extLst>
              <a:ext uri="{FF2B5EF4-FFF2-40B4-BE49-F238E27FC236}">
                <a16:creationId xmlns:a16="http://schemas.microsoft.com/office/drawing/2014/main" id="{C54423BF-B1A1-456C-8024-76A86724314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33786" y="139983"/>
            <a:ext cx="1194725" cy="714378"/>
          </a:xfrm>
          <a:prstGeom prst="rect">
            <a:avLst/>
          </a:prstGeom>
        </p:spPr>
      </p:pic>
    </p:spTree>
    <p:extLst>
      <p:ext uri="{BB962C8B-B14F-4D97-AF65-F5344CB8AC3E}">
        <p14:creationId xmlns:p14="http://schemas.microsoft.com/office/powerpoint/2010/main" val="325404219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49"/>
        <p:cNvGrpSpPr/>
        <p:nvPr/>
      </p:nvGrpSpPr>
      <p:grpSpPr>
        <a:xfrm>
          <a:off x="0" y="0"/>
          <a:ext cx="0" cy="0"/>
          <a:chOff x="0" y="0"/>
          <a:chExt cx="0" cy="0"/>
        </a:xfrm>
      </p:grpSpPr>
      <p:sp>
        <p:nvSpPr>
          <p:cNvPr id="50" name="Google Shape;50;p13"/>
          <p:cNvSpPr/>
          <p:nvPr/>
        </p:nvSpPr>
        <p:spPr>
          <a:xfrm>
            <a:off x="167" y="6144667"/>
            <a:ext cx="12192000" cy="713200"/>
          </a:xfrm>
          <a:prstGeom prst="rect">
            <a:avLst/>
          </a:prstGeom>
          <a:solidFill>
            <a:srgbClr val="91C2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13"/>
          <p:cNvSpPr txBox="1">
            <a:spLocks noGrp="1"/>
          </p:cNvSpPr>
          <p:nvPr>
            <p:ph type="title" hasCustomPrompt="1"/>
          </p:nvPr>
        </p:nvSpPr>
        <p:spPr>
          <a:xfrm>
            <a:off x="1096800" y="1672767"/>
            <a:ext cx="960800" cy="53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333" b="1">
                <a:solidFill>
                  <a:schemeClr val="lt2"/>
                </a:solidFill>
                <a:latin typeface="Poppins"/>
                <a:ea typeface="Poppins"/>
                <a:cs typeface="Poppins"/>
                <a:sym typeface="Poppins"/>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2" name="Google Shape;52;p13"/>
          <p:cNvSpPr txBox="1">
            <a:spLocks noGrp="1"/>
          </p:cNvSpPr>
          <p:nvPr>
            <p:ph type="subTitle" idx="1"/>
          </p:nvPr>
        </p:nvSpPr>
        <p:spPr>
          <a:xfrm>
            <a:off x="960000" y="2973215"/>
            <a:ext cx="3115200" cy="646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latin typeface="Poppins"/>
                <a:ea typeface="Poppins"/>
                <a:cs typeface="Poppins"/>
                <a:sym typeface="Poppi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3" name="Google Shape;53;p13"/>
          <p:cNvSpPr txBox="1">
            <a:spLocks noGrp="1"/>
          </p:cNvSpPr>
          <p:nvPr>
            <p:ph type="title" idx="2" hasCustomPrompt="1"/>
          </p:nvPr>
        </p:nvSpPr>
        <p:spPr>
          <a:xfrm>
            <a:off x="4686000" y="1672767"/>
            <a:ext cx="960800" cy="53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333" b="1">
                <a:solidFill>
                  <a:schemeClr val="lt2"/>
                </a:solidFill>
                <a:latin typeface="Poppins"/>
                <a:ea typeface="Poppins"/>
                <a:cs typeface="Poppins"/>
                <a:sym typeface="Poppins"/>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4" name="Google Shape;54;p13"/>
          <p:cNvSpPr txBox="1">
            <a:spLocks noGrp="1"/>
          </p:cNvSpPr>
          <p:nvPr>
            <p:ph type="subTitle" idx="3"/>
          </p:nvPr>
        </p:nvSpPr>
        <p:spPr>
          <a:xfrm>
            <a:off x="4538400" y="2973215"/>
            <a:ext cx="3115200" cy="646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latin typeface="Poppins"/>
                <a:ea typeface="Poppins"/>
                <a:cs typeface="Poppins"/>
                <a:sym typeface="Poppi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5" name="Google Shape;55;p13"/>
          <p:cNvSpPr txBox="1">
            <a:spLocks noGrp="1"/>
          </p:cNvSpPr>
          <p:nvPr>
            <p:ph type="title" idx="4" hasCustomPrompt="1"/>
          </p:nvPr>
        </p:nvSpPr>
        <p:spPr>
          <a:xfrm>
            <a:off x="8275200" y="1672767"/>
            <a:ext cx="960800" cy="53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333" b="1">
                <a:solidFill>
                  <a:schemeClr val="lt2"/>
                </a:solidFill>
                <a:latin typeface="Poppins"/>
                <a:ea typeface="Poppins"/>
                <a:cs typeface="Poppins"/>
                <a:sym typeface="Poppins"/>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6" name="Google Shape;56;p13"/>
          <p:cNvSpPr txBox="1">
            <a:spLocks noGrp="1"/>
          </p:cNvSpPr>
          <p:nvPr>
            <p:ph type="subTitle" idx="5"/>
          </p:nvPr>
        </p:nvSpPr>
        <p:spPr>
          <a:xfrm>
            <a:off x="8116800" y="2973215"/>
            <a:ext cx="3115200" cy="646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latin typeface="Poppins"/>
                <a:ea typeface="Poppins"/>
                <a:cs typeface="Poppins"/>
                <a:sym typeface="Poppi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7" name="Google Shape;57;p13"/>
          <p:cNvSpPr txBox="1">
            <a:spLocks noGrp="1"/>
          </p:cNvSpPr>
          <p:nvPr>
            <p:ph type="title" idx="6" hasCustomPrompt="1"/>
          </p:nvPr>
        </p:nvSpPr>
        <p:spPr>
          <a:xfrm>
            <a:off x="1096400" y="3998867"/>
            <a:ext cx="960800" cy="51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333" b="1">
                <a:solidFill>
                  <a:schemeClr val="lt2"/>
                </a:solidFill>
                <a:latin typeface="Poppins"/>
                <a:ea typeface="Poppins"/>
                <a:cs typeface="Poppins"/>
                <a:sym typeface="Poppins"/>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58" name="Google Shape;58;p13"/>
          <p:cNvSpPr txBox="1">
            <a:spLocks noGrp="1"/>
          </p:cNvSpPr>
          <p:nvPr>
            <p:ph type="subTitle" idx="7"/>
          </p:nvPr>
        </p:nvSpPr>
        <p:spPr>
          <a:xfrm>
            <a:off x="960000" y="5295071"/>
            <a:ext cx="3115200" cy="646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latin typeface="Poppins"/>
                <a:ea typeface="Poppins"/>
                <a:cs typeface="Poppins"/>
                <a:sym typeface="Poppi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9" name="Google Shape;59;p13"/>
          <p:cNvSpPr txBox="1">
            <a:spLocks noGrp="1"/>
          </p:cNvSpPr>
          <p:nvPr>
            <p:ph type="title" idx="8"/>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4000" b="1">
                <a:latin typeface="Poppins"/>
                <a:ea typeface="Poppins"/>
                <a:cs typeface="Poppins"/>
                <a:sym typeface="Poppins"/>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0" name="Google Shape;60;p13"/>
          <p:cNvSpPr txBox="1">
            <a:spLocks noGrp="1"/>
          </p:cNvSpPr>
          <p:nvPr>
            <p:ph type="subTitle" idx="9"/>
          </p:nvPr>
        </p:nvSpPr>
        <p:spPr>
          <a:xfrm>
            <a:off x="953467" y="2533267"/>
            <a:ext cx="3115200" cy="461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bas Neue"/>
              <a:buNone/>
              <a:defRPr sz="2667" b="1">
                <a:solidFill>
                  <a:schemeClr val="dk1"/>
                </a:solidFill>
                <a:latin typeface="Poppins"/>
                <a:ea typeface="Poppins"/>
                <a:cs typeface="Poppins"/>
                <a:sym typeface="Poppins"/>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61" name="Google Shape;61;p13"/>
          <p:cNvSpPr txBox="1">
            <a:spLocks noGrp="1"/>
          </p:cNvSpPr>
          <p:nvPr>
            <p:ph type="subTitle" idx="13"/>
          </p:nvPr>
        </p:nvSpPr>
        <p:spPr>
          <a:xfrm>
            <a:off x="4538400" y="2533267"/>
            <a:ext cx="3115200" cy="461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bas Neue"/>
              <a:buNone/>
              <a:defRPr sz="2667" b="1">
                <a:solidFill>
                  <a:schemeClr val="dk1"/>
                </a:solidFill>
                <a:latin typeface="Poppins"/>
                <a:ea typeface="Poppins"/>
                <a:cs typeface="Poppins"/>
                <a:sym typeface="Poppins"/>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62" name="Google Shape;62;p13"/>
          <p:cNvSpPr txBox="1">
            <a:spLocks noGrp="1"/>
          </p:cNvSpPr>
          <p:nvPr>
            <p:ph type="subTitle" idx="14"/>
          </p:nvPr>
        </p:nvSpPr>
        <p:spPr>
          <a:xfrm>
            <a:off x="8123333" y="2533267"/>
            <a:ext cx="3115200" cy="461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bas Neue"/>
              <a:buNone/>
              <a:defRPr sz="2667" b="1">
                <a:solidFill>
                  <a:schemeClr val="dk1"/>
                </a:solidFill>
                <a:latin typeface="Poppins"/>
                <a:ea typeface="Poppins"/>
                <a:cs typeface="Poppins"/>
                <a:sym typeface="Poppins"/>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63" name="Google Shape;63;p13"/>
          <p:cNvSpPr txBox="1">
            <a:spLocks noGrp="1"/>
          </p:cNvSpPr>
          <p:nvPr>
            <p:ph type="subTitle" idx="15"/>
          </p:nvPr>
        </p:nvSpPr>
        <p:spPr>
          <a:xfrm>
            <a:off x="953467" y="4849067"/>
            <a:ext cx="3115200" cy="461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bas Neue"/>
              <a:buNone/>
              <a:defRPr sz="2667" b="1">
                <a:solidFill>
                  <a:schemeClr val="dk1"/>
                </a:solidFill>
                <a:latin typeface="Poppins"/>
                <a:ea typeface="Poppins"/>
                <a:cs typeface="Poppins"/>
                <a:sym typeface="Poppins"/>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
        <p:nvSpPr>
          <p:cNvPr id="64" name="Google Shape;64;p13"/>
          <p:cNvSpPr txBox="1">
            <a:spLocks noGrp="1"/>
          </p:cNvSpPr>
          <p:nvPr>
            <p:ph type="title" idx="16" hasCustomPrompt="1"/>
          </p:nvPr>
        </p:nvSpPr>
        <p:spPr>
          <a:xfrm>
            <a:off x="4685667" y="3998867"/>
            <a:ext cx="960800" cy="51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333" b="1">
                <a:solidFill>
                  <a:schemeClr val="lt2"/>
                </a:solidFill>
                <a:latin typeface="Poppins"/>
                <a:ea typeface="Poppins"/>
                <a:cs typeface="Poppins"/>
                <a:sym typeface="Poppins"/>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5" name="Google Shape;65;p13"/>
          <p:cNvSpPr txBox="1">
            <a:spLocks noGrp="1"/>
          </p:cNvSpPr>
          <p:nvPr>
            <p:ph type="subTitle" idx="17"/>
          </p:nvPr>
        </p:nvSpPr>
        <p:spPr>
          <a:xfrm>
            <a:off x="4541667" y="5295071"/>
            <a:ext cx="3115200" cy="646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dk1"/>
                </a:solidFill>
                <a:latin typeface="Poppins"/>
                <a:ea typeface="Poppins"/>
                <a:cs typeface="Poppins"/>
                <a:sym typeface="Poppins"/>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66" name="Google Shape;66;p13"/>
          <p:cNvSpPr txBox="1">
            <a:spLocks noGrp="1"/>
          </p:cNvSpPr>
          <p:nvPr>
            <p:ph type="subTitle" idx="18"/>
          </p:nvPr>
        </p:nvSpPr>
        <p:spPr>
          <a:xfrm>
            <a:off x="4535133" y="4849067"/>
            <a:ext cx="3115200" cy="461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2400"/>
              <a:buFont typeface="Bebas Neue"/>
              <a:buNone/>
              <a:defRPr sz="2667" b="1">
                <a:solidFill>
                  <a:schemeClr val="dk1"/>
                </a:solidFill>
                <a:latin typeface="Poppins"/>
                <a:ea typeface="Poppins"/>
                <a:cs typeface="Poppins"/>
                <a:sym typeface="Poppins"/>
              </a:defRPr>
            </a:lvl1pPr>
            <a:lvl2pPr lvl="1"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3200">
                <a:solidFill>
                  <a:schemeClr val="dk1"/>
                </a:solidFill>
                <a:latin typeface="Bebas Neue"/>
                <a:ea typeface="Bebas Neue"/>
                <a:cs typeface="Bebas Neue"/>
                <a:sym typeface="Bebas Neue"/>
              </a:defRPr>
            </a:lvl9pPr>
          </a:lstStyle>
          <a:p>
            <a:endParaRPr/>
          </a:p>
        </p:txBody>
      </p:sp>
    </p:spTree>
    <p:extLst>
      <p:ext uri="{BB962C8B-B14F-4D97-AF65-F5344CB8AC3E}">
        <p14:creationId xmlns:p14="http://schemas.microsoft.com/office/powerpoint/2010/main" val="3351597583"/>
      </p:ext>
    </p:extLst>
  </p:cSld>
  <p:clrMapOvr>
    <a:masterClrMapping/>
  </p:clrMapOvr>
  <mc:AlternateContent xmlns:mc="http://schemas.openxmlformats.org/markup-compatibility/2006" xmlns:p14="http://schemas.microsoft.com/office/powerpoint/2010/main">
    <mc:Choice Requires="p14">
      <p:transition spd="slow" p14:dur="6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theme" Target="../theme/theme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545129" y="350856"/>
            <a:ext cx="11228753" cy="6302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title style</a:t>
            </a:r>
          </a:p>
        </p:txBody>
      </p:sp>
      <p:sp>
        <p:nvSpPr>
          <p:cNvPr id="4100" name="Text Placeholder 2"/>
          <p:cNvSpPr>
            <a:spLocks noGrp="1"/>
          </p:cNvSpPr>
          <p:nvPr>
            <p:ph type="body" idx="1"/>
          </p:nvPr>
        </p:nvSpPr>
        <p:spPr bwMode="auto">
          <a:xfrm>
            <a:off x="541218" y="1190629"/>
            <a:ext cx="11228753" cy="52197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Slide Number Placeholder 9"/>
          <p:cNvSpPr>
            <a:spLocks noGrp="1"/>
          </p:cNvSpPr>
          <p:nvPr>
            <p:ph type="sldNum" sz="quarter" idx="4"/>
          </p:nvPr>
        </p:nvSpPr>
        <p:spPr>
          <a:xfrm>
            <a:off x="554892" y="6554792"/>
            <a:ext cx="377093" cy="142875"/>
          </a:xfrm>
          <a:prstGeom prst="rect">
            <a:avLst/>
          </a:prstGeom>
        </p:spPr>
        <p:txBody>
          <a:bodyPr vert="horz" wrap="square" lIns="0" tIns="0" rIns="0" bIns="0" numCol="1" anchor="t" anchorCtr="0" compatLnSpc="1">
            <a:prstTxWarp prst="textNoShape">
              <a:avLst/>
            </a:prstTxWarp>
            <a:noAutofit/>
          </a:bodyPr>
          <a:lstStyle>
            <a:lvl1pPr>
              <a:lnSpc>
                <a:spcPts val="1125"/>
              </a:lnSpc>
              <a:defRPr sz="900" b="1">
                <a:latin typeface="Arial" charset="0"/>
              </a:defRPr>
            </a:lvl1pPr>
          </a:lstStyle>
          <a:p>
            <a:pPr algn="l" defTabSz="912495" rtl="0" fontAlgn="base">
              <a:spcBef>
                <a:spcPct val="0"/>
              </a:spcBef>
              <a:spcAft>
                <a:spcPct val="0"/>
              </a:spcAft>
            </a:pPr>
            <a:fld id="{638FEC09-8553-429D-928F-34DF288B4A7B}" type="slidenum">
              <a:rPr lang="en-GB">
                <a:solidFill>
                  <a:srgbClr val="002776"/>
                </a:solidFill>
                <a:cs typeface="Arial" charset="0"/>
              </a:rPr>
              <a:pPr algn="l" defTabSz="912495" rtl="0" fontAlgn="base">
                <a:spcBef>
                  <a:spcPct val="0"/>
                </a:spcBef>
                <a:spcAft>
                  <a:spcPct val="0"/>
                </a:spcAft>
              </a:pPr>
              <a:t>‹#›</a:t>
            </a:fld>
            <a:endParaRPr lang="en-GB" dirty="0">
              <a:solidFill>
                <a:srgbClr val="002776"/>
              </a:solidFill>
              <a:cs typeface="Arial" charset="0"/>
            </a:endParaRPr>
          </a:p>
        </p:txBody>
      </p:sp>
      <p:sp>
        <p:nvSpPr>
          <p:cNvPr id="10" name="Footer Placeholder 10"/>
          <p:cNvSpPr>
            <a:spLocks noGrp="1"/>
          </p:cNvSpPr>
          <p:nvPr>
            <p:ph type="ftr" sz="quarter" idx="3"/>
          </p:nvPr>
        </p:nvSpPr>
        <p:spPr>
          <a:xfrm>
            <a:off x="1029699" y="6554792"/>
            <a:ext cx="5756031" cy="142875"/>
          </a:xfrm>
          <a:prstGeom prst="rect">
            <a:avLst/>
          </a:prstGeom>
        </p:spPr>
        <p:txBody>
          <a:bodyPr vert="horz" wrap="square" lIns="0" tIns="0" rIns="0" bIns="0" numCol="1" anchor="t" anchorCtr="0" compatLnSpc="1">
            <a:prstTxWarp prst="textNoShape">
              <a:avLst/>
            </a:prstTxWarp>
            <a:noAutofit/>
          </a:bodyPr>
          <a:lstStyle>
            <a:lvl1pPr eaLnBrk="1" hangingPunct="1">
              <a:lnSpc>
                <a:spcPts val="1128"/>
              </a:lnSpc>
              <a:defRPr sz="900">
                <a:latin typeface="Arial" charset="0"/>
              </a:defRPr>
            </a:lvl1pPr>
          </a:lstStyle>
          <a:p>
            <a:pPr algn="l" defTabSz="912495" rtl="0" fontAlgn="base">
              <a:spcBef>
                <a:spcPct val="0"/>
              </a:spcBef>
              <a:spcAft>
                <a:spcPct val="0"/>
              </a:spcAft>
              <a:defRPr/>
            </a:pPr>
            <a:r>
              <a:rPr lang="he-IL">
                <a:solidFill>
                  <a:srgbClr val="002776"/>
                </a:solidFill>
                <a:cs typeface="Arial" charset="0"/>
              </a:rPr>
              <a:t>בית הדר מרכז רפואה סיעוד ושיקום </a:t>
            </a:r>
            <a:endParaRPr lang="en-GB" dirty="0">
              <a:solidFill>
                <a:srgbClr val="002776"/>
              </a:solidFill>
              <a:cs typeface="Arial" charset="0"/>
            </a:endParaRPr>
          </a:p>
        </p:txBody>
      </p:sp>
    </p:spTree>
    <p:extLst>
      <p:ext uri="{BB962C8B-B14F-4D97-AF65-F5344CB8AC3E}">
        <p14:creationId xmlns:p14="http://schemas.microsoft.com/office/powerpoint/2010/main" val="2408560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p:txStyles>
    <p:titleStyle>
      <a:lvl1pPr algn="l" defTabSz="955245" rtl="0" eaLnBrk="0" fontAlgn="base" hangingPunct="0">
        <a:lnSpc>
          <a:spcPts val="3199"/>
        </a:lnSpc>
        <a:spcBef>
          <a:spcPct val="0"/>
        </a:spcBef>
        <a:spcAft>
          <a:spcPct val="0"/>
        </a:spcAft>
        <a:defRPr sz="2300" b="1">
          <a:solidFill>
            <a:schemeClr val="tx2"/>
          </a:solidFill>
          <a:latin typeface="+mj-lt"/>
          <a:ea typeface="+mj-ea"/>
          <a:cs typeface="+mj-cs"/>
        </a:defRPr>
      </a:lvl1pPr>
      <a:lvl2pPr algn="l" defTabSz="955245" rtl="0" eaLnBrk="0" fontAlgn="base" hangingPunct="0">
        <a:lnSpc>
          <a:spcPts val="3199"/>
        </a:lnSpc>
        <a:spcBef>
          <a:spcPct val="0"/>
        </a:spcBef>
        <a:spcAft>
          <a:spcPct val="0"/>
        </a:spcAft>
        <a:defRPr sz="2300" b="1">
          <a:solidFill>
            <a:schemeClr val="tx2"/>
          </a:solidFill>
          <a:latin typeface="Arial" charset="0"/>
        </a:defRPr>
      </a:lvl2pPr>
      <a:lvl3pPr algn="l" defTabSz="955245" rtl="0" eaLnBrk="0" fontAlgn="base" hangingPunct="0">
        <a:lnSpc>
          <a:spcPts val="3199"/>
        </a:lnSpc>
        <a:spcBef>
          <a:spcPct val="0"/>
        </a:spcBef>
        <a:spcAft>
          <a:spcPct val="0"/>
        </a:spcAft>
        <a:defRPr sz="2300" b="1">
          <a:solidFill>
            <a:schemeClr val="tx2"/>
          </a:solidFill>
          <a:latin typeface="Arial" charset="0"/>
        </a:defRPr>
      </a:lvl3pPr>
      <a:lvl4pPr algn="l" defTabSz="955245" rtl="0" eaLnBrk="0" fontAlgn="base" hangingPunct="0">
        <a:lnSpc>
          <a:spcPts val="3199"/>
        </a:lnSpc>
        <a:spcBef>
          <a:spcPct val="0"/>
        </a:spcBef>
        <a:spcAft>
          <a:spcPct val="0"/>
        </a:spcAft>
        <a:defRPr sz="2300" b="1">
          <a:solidFill>
            <a:schemeClr val="tx2"/>
          </a:solidFill>
          <a:latin typeface="Arial" charset="0"/>
        </a:defRPr>
      </a:lvl4pPr>
      <a:lvl5pPr algn="l" defTabSz="955245" rtl="0" eaLnBrk="0" fontAlgn="base" hangingPunct="0">
        <a:lnSpc>
          <a:spcPts val="3199"/>
        </a:lnSpc>
        <a:spcBef>
          <a:spcPct val="0"/>
        </a:spcBef>
        <a:spcAft>
          <a:spcPct val="0"/>
        </a:spcAft>
        <a:defRPr sz="2300" b="1">
          <a:solidFill>
            <a:schemeClr val="tx2"/>
          </a:solidFill>
          <a:latin typeface="Arial" charset="0"/>
        </a:defRPr>
      </a:lvl5pPr>
      <a:lvl6pPr marL="428848" algn="l" defTabSz="955979" rtl="0" eaLnBrk="0" fontAlgn="base" hangingPunct="0">
        <a:lnSpc>
          <a:spcPts val="3196"/>
        </a:lnSpc>
        <a:spcBef>
          <a:spcPct val="0"/>
        </a:spcBef>
        <a:spcAft>
          <a:spcPct val="0"/>
        </a:spcAft>
        <a:defRPr sz="2300" b="1">
          <a:solidFill>
            <a:schemeClr val="tx2"/>
          </a:solidFill>
          <a:latin typeface="Arial" charset="0"/>
        </a:defRPr>
      </a:lvl6pPr>
      <a:lvl7pPr marL="857698" algn="l" defTabSz="955979" rtl="0" eaLnBrk="0" fontAlgn="base" hangingPunct="0">
        <a:lnSpc>
          <a:spcPts val="3196"/>
        </a:lnSpc>
        <a:spcBef>
          <a:spcPct val="0"/>
        </a:spcBef>
        <a:spcAft>
          <a:spcPct val="0"/>
        </a:spcAft>
        <a:defRPr sz="2300" b="1">
          <a:solidFill>
            <a:schemeClr val="tx2"/>
          </a:solidFill>
          <a:latin typeface="Arial" charset="0"/>
        </a:defRPr>
      </a:lvl7pPr>
      <a:lvl8pPr marL="1286547" algn="l" defTabSz="955979" rtl="0" eaLnBrk="0" fontAlgn="base" hangingPunct="0">
        <a:lnSpc>
          <a:spcPts val="3196"/>
        </a:lnSpc>
        <a:spcBef>
          <a:spcPct val="0"/>
        </a:spcBef>
        <a:spcAft>
          <a:spcPct val="0"/>
        </a:spcAft>
        <a:defRPr sz="2300" b="1">
          <a:solidFill>
            <a:schemeClr val="tx2"/>
          </a:solidFill>
          <a:latin typeface="Arial" charset="0"/>
        </a:defRPr>
      </a:lvl8pPr>
      <a:lvl9pPr marL="1715397" algn="l" defTabSz="955979" rtl="0" eaLnBrk="0" fontAlgn="base" hangingPunct="0">
        <a:lnSpc>
          <a:spcPts val="3196"/>
        </a:lnSpc>
        <a:spcBef>
          <a:spcPct val="0"/>
        </a:spcBef>
        <a:spcAft>
          <a:spcPct val="0"/>
        </a:spcAft>
        <a:defRPr sz="2300" b="1">
          <a:solidFill>
            <a:schemeClr val="tx2"/>
          </a:solidFill>
          <a:latin typeface="Arial" charset="0"/>
        </a:defRPr>
      </a:lvl9pPr>
    </p:titleStyle>
    <p:bodyStyle>
      <a:lvl1pPr marL="358017" indent="-358017" algn="l" defTabSz="955245" rtl="0" eaLnBrk="0" fontAlgn="base" hangingPunct="0">
        <a:spcBef>
          <a:spcPct val="0"/>
        </a:spcBef>
        <a:spcAft>
          <a:spcPts val="288"/>
        </a:spcAft>
        <a:buFont typeface="Arial" charset="0"/>
        <a:defRPr sz="1900">
          <a:solidFill>
            <a:schemeClr val="tx2"/>
          </a:solidFill>
          <a:latin typeface="+mn-lt"/>
          <a:ea typeface="+mn-ea"/>
          <a:cs typeface="+mn-cs"/>
        </a:defRPr>
      </a:lvl1pPr>
      <a:lvl2pPr marL="190099" indent="-190099" algn="l" defTabSz="955245" rtl="0" eaLnBrk="0" fontAlgn="base" hangingPunct="0">
        <a:spcBef>
          <a:spcPct val="0"/>
        </a:spcBef>
        <a:spcAft>
          <a:spcPts val="288"/>
        </a:spcAft>
        <a:buFont typeface="Arial" charset="0"/>
        <a:buChar char="•"/>
        <a:defRPr sz="1900">
          <a:solidFill>
            <a:schemeClr val="tx2"/>
          </a:solidFill>
          <a:latin typeface="+mn-lt"/>
        </a:defRPr>
      </a:lvl2pPr>
      <a:lvl3pPr marL="372274" indent="-182179" algn="l" defTabSz="955245" rtl="0" eaLnBrk="0" fontAlgn="base" hangingPunct="0">
        <a:spcBef>
          <a:spcPct val="0"/>
        </a:spcBef>
        <a:spcAft>
          <a:spcPts val="288"/>
        </a:spcAft>
        <a:buFont typeface="Arial" charset="0"/>
        <a:buChar char="‒"/>
        <a:defRPr sz="1900">
          <a:solidFill>
            <a:schemeClr val="tx2"/>
          </a:solidFill>
          <a:latin typeface="+mn-lt"/>
        </a:defRPr>
      </a:lvl3pPr>
      <a:lvl4pPr marL="563959" indent="-190099" algn="l" defTabSz="955245" rtl="0" eaLnBrk="0" fontAlgn="base" hangingPunct="0">
        <a:spcBef>
          <a:spcPct val="0"/>
        </a:spcBef>
        <a:spcAft>
          <a:spcPts val="563"/>
        </a:spcAft>
        <a:buFont typeface="Arial" charset="0"/>
        <a:buChar char="•"/>
        <a:defRPr>
          <a:solidFill>
            <a:schemeClr val="tx2"/>
          </a:solidFill>
          <a:latin typeface="+mn-lt"/>
        </a:defRPr>
      </a:lvl4pPr>
      <a:lvl5pPr marL="742967" indent="-179008" algn="l" defTabSz="955245" rtl="0" eaLnBrk="0" fontAlgn="base" hangingPunct="0">
        <a:spcBef>
          <a:spcPct val="0"/>
        </a:spcBef>
        <a:spcAft>
          <a:spcPts val="563"/>
        </a:spcAft>
        <a:buFont typeface="Arial" charset="0"/>
        <a:buChar char="‒"/>
        <a:defRPr>
          <a:solidFill>
            <a:schemeClr val="tx2"/>
          </a:solidFill>
          <a:latin typeface="+mn-lt"/>
        </a:defRPr>
      </a:lvl5pPr>
      <a:lvl6pPr marL="1173379" indent="-180176" algn="l" defTabSz="955979" rtl="0" eaLnBrk="0" fontAlgn="base" hangingPunct="0">
        <a:spcBef>
          <a:spcPct val="0"/>
        </a:spcBef>
        <a:spcAft>
          <a:spcPts val="564"/>
        </a:spcAft>
        <a:buFont typeface="Arial" charset="0"/>
        <a:buChar char="‒"/>
        <a:defRPr>
          <a:solidFill>
            <a:schemeClr val="tx2"/>
          </a:solidFill>
          <a:latin typeface="+mn-lt"/>
        </a:defRPr>
      </a:lvl6pPr>
      <a:lvl7pPr marL="1602227" indent="-180176" algn="l" defTabSz="955979" rtl="0" eaLnBrk="0" fontAlgn="base" hangingPunct="0">
        <a:spcBef>
          <a:spcPct val="0"/>
        </a:spcBef>
        <a:spcAft>
          <a:spcPts val="564"/>
        </a:spcAft>
        <a:buFont typeface="Arial" charset="0"/>
        <a:buChar char="‒"/>
        <a:defRPr>
          <a:solidFill>
            <a:schemeClr val="tx2"/>
          </a:solidFill>
          <a:latin typeface="+mn-lt"/>
        </a:defRPr>
      </a:lvl7pPr>
      <a:lvl8pPr marL="2031078" indent="-180176" algn="l" defTabSz="955979" rtl="0" eaLnBrk="0" fontAlgn="base" hangingPunct="0">
        <a:spcBef>
          <a:spcPct val="0"/>
        </a:spcBef>
        <a:spcAft>
          <a:spcPts val="564"/>
        </a:spcAft>
        <a:buFont typeface="Arial" charset="0"/>
        <a:buChar char="‒"/>
        <a:defRPr>
          <a:solidFill>
            <a:schemeClr val="tx2"/>
          </a:solidFill>
          <a:latin typeface="+mn-lt"/>
        </a:defRPr>
      </a:lvl8pPr>
      <a:lvl9pPr marL="2459928" indent="-180176" algn="l" defTabSz="955979" rtl="0" eaLnBrk="0" fontAlgn="base" hangingPunct="0">
        <a:spcBef>
          <a:spcPct val="0"/>
        </a:spcBef>
        <a:spcAft>
          <a:spcPts val="564"/>
        </a:spcAft>
        <a:buFont typeface="Arial" charset="0"/>
        <a:buChar char="‒"/>
        <a:defRPr>
          <a:solidFill>
            <a:schemeClr val="tx2"/>
          </a:solidFill>
          <a:latin typeface="+mn-lt"/>
        </a:defRPr>
      </a:lvl9pPr>
    </p:bodyStyle>
    <p:otherStyle>
      <a:defPPr>
        <a:defRPr lang="en-US"/>
      </a:defPPr>
      <a:lvl1pPr marL="0" algn="l" defTabSz="857698" rtl="0" eaLnBrk="1" latinLnBrk="0" hangingPunct="1">
        <a:defRPr sz="1700" kern="1200">
          <a:solidFill>
            <a:schemeClr val="tx1"/>
          </a:solidFill>
          <a:latin typeface="+mn-lt"/>
          <a:ea typeface="+mn-ea"/>
          <a:cs typeface="+mn-cs"/>
        </a:defRPr>
      </a:lvl1pPr>
      <a:lvl2pPr marL="428848" algn="l" defTabSz="857698" rtl="0" eaLnBrk="1" latinLnBrk="0" hangingPunct="1">
        <a:defRPr sz="1700" kern="1200">
          <a:solidFill>
            <a:schemeClr val="tx1"/>
          </a:solidFill>
          <a:latin typeface="+mn-lt"/>
          <a:ea typeface="+mn-ea"/>
          <a:cs typeface="+mn-cs"/>
        </a:defRPr>
      </a:lvl2pPr>
      <a:lvl3pPr marL="857698" algn="l" defTabSz="857698" rtl="0" eaLnBrk="1" latinLnBrk="0" hangingPunct="1">
        <a:defRPr sz="1700" kern="1200">
          <a:solidFill>
            <a:schemeClr val="tx1"/>
          </a:solidFill>
          <a:latin typeface="+mn-lt"/>
          <a:ea typeface="+mn-ea"/>
          <a:cs typeface="+mn-cs"/>
        </a:defRPr>
      </a:lvl3pPr>
      <a:lvl4pPr marL="1286547" algn="l" defTabSz="857698" rtl="0" eaLnBrk="1" latinLnBrk="0" hangingPunct="1">
        <a:defRPr sz="1700" kern="1200">
          <a:solidFill>
            <a:schemeClr val="tx1"/>
          </a:solidFill>
          <a:latin typeface="+mn-lt"/>
          <a:ea typeface="+mn-ea"/>
          <a:cs typeface="+mn-cs"/>
        </a:defRPr>
      </a:lvl4pPr>
      <a:lvl5pPr marL="1715397" algn="l" defTabSz="857698" rtl="0" eaLnBrk="1" latinLnBrk="0" hangingPunct="1">
        <a:defRPr sz="1700" kern="1200">
          <a:solidFill>
            <a:schemeClr val="tx1"/>
          </a:solidFill>
          <a:latin typeface="+mn-lt"/>
          <a:ea typeface="+mn-ea"/>
          <a:cs typeface="+mn-cs"/>
        </a:defRPr>
      </a:lvl5pPr>
      <a:lvl6pPr marL="2144246" algn="l" defTabSz="857698" rtl="0" eaLnBrk="1" latinLnBrk="0" hangingPunct="1">
        <a:defRPr sz="1700" kern="1200">
          <a:solidFill>
            <a:schemeClr val="tx1"/>
          </a:solidFill>
          <a:latin typeface="+mn-lt"/>
          <a:ea typeface="+mn-ea"/>
          <a:cs typeface="+mn-cs"/>
        </a:defRPr>
      </a:lvl6pPr>
      <a:lvl7pPr marL="2573094" algn="l" defTabSz="857698" rtl="0" eaLnBrk="1" latinLnBrk="0" hangingPunct="1">
        <a:defRPr sz="1700" kern="1200">
          <a:solidFill>
            <a:schemeClr val="tx1"/>
          </a:solidFill>
          <a:latin typeface="+mn-lt"/>
          <a:ea typeface="+mn-ea"/>
          <a:cs typeface="+mn-cs"/>
        </a:defRPr>
      </a:lvl7pPr>
      <a:lvl8pPr marL="3001946" algn="l" defTabSz="857698" rtl="0" eaLnBrk="1" latinLnBrk="0" hangingPunct="1">
        <a:defRPr sz="1700" kern="1200">
          <a:solidFill>
            <a:schemeClr val="tx1"/>
          </a:solidFill>
          <a:latin typeface="+mn-lt"/>
          <a:ea typeface="+mn-ea"/>
          <a:cs typeface="+mn-cs"/>
        </a:defRPr>
      </a:lvl8pPr>
      <a:lvl9pPr marL="3430790" algn="l" defTabSz="857698" rtl="0" eaLnBrk="1" latinLnBrk="0" hangingPunct="1">
        <a:defRPr sz="1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9" name="Title Placeholder 1"/>
          <p:cNvSpPr>
            <a:spLocks noGrp="1"/>
          </p:cNvSpPr>
          <p:nvPr>
            <p:ph type="title"/>
          </p:nvPr>
        </p:nvSpPr>
        <p:spPr bwMode="auto">
          <a:xfrm>
            <a:off x="545129" y="350856"/>
            <a:ext cx="11228753" cy="63023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title style</a:t>
            </a:r>
          </a:p>
        </p:txBody>
      </p:sp>
      <p:sp>
        <p:nvSpPr>
          <p:cNvPr id="4100" name="Text Placeholder 2"/>
          <p:cNvSpPr>
            <a:spLocks noGrp="1"/>
          </p:cNvSpPr>
          <p:nvPr>
            <p:ph type="body" idx="1"/>
          </p:nvPr>
        </p:nvSpPr>
        <p:spPr bwMode="auto">
          <a:xfrm>
            <a:off x="541218" y="1190629"/>
            <a:ext cx="11228753" cy="52197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Slide Number Placeholder 9"/>
          <p:cNvSpPr>
            <a:spLocks noGrp="1"/>
          </p:cNvSpPr>
          <p:nvPr>
            <p:ph type="sldNum" sz="quarter" idx="4"/>
          </p:nvPr>
        </p:nvSpPr>
        <p:spPr>
          <a:xfrm>
            <a:off x="554892" y="6554792"/>
            <a:ext cx="377093" cy="142875"/>
          </a:xfrm>
          <a:prstGeom prst="rect">
            <a:avLst/>
          </a:prstGeom>
        </p:spPr>
        <p:txBody>
          <a:bodyPr vert="horz" wrap="square" lIns="0" tIns="0" rIns="0" bIns="0" numCol="1" anchor="t" anchorCtr="0" compatLnSpc="1">
            <a:prstTxWarp prst="textNoShape">
              <a:avLst/>
            </a:prstTxWarp>
            <a:noAutofit/>
          </a:bodyPr>
          <a:lstStyle>
            <a:lvl1pPr>
              <a:lnSpc>
                <a:spcPts val="1125"/>
              </a:lnSpc>
              <a:defRPr sz="900" b="1">
                <a:latin typeface="Arial" charset="0"/>
              </a:defRPr>
            </a:lvl1pPr>
          </a:lstStyle>
          <a:p>
            <a:pPr defTabSz="912495" fontAlgn="base">
              <a:spcBef>
                <a:spcPct val="0"/>
              </a:spcBef>
              <a:spcAft>
                <a:spcPct val="0"/>
              </a:spcAft>
            </a:pPr>
            <a:fld id="{638FEC09-8553-429D-928F-34DF288B4A7B}" type="slidenum">
              <a:rPr lang="en-GB">
                <a:solidFill>
                  <a:srgbClr val="002776"/>
                </a:solidFill>
                <a:cs typeface="Arial" charset="0"/>
              </a:rPr>
              <a:pPr defTabSz="912495" fontAlgn="base">
                <a:spcBef>
                  <a:spcPct val="0"/>
                </a:spcBef>
                <a:spcAft>
                  <a:spcPct val="0"/>
                </a:spcAft>
              </a:pPr>
              <a:t>‹#›</a:t>
            </a:fld>
            <a:endParaRPr lang="en-GB" dirty="0">
              <a:solidFill>
                <a:srgbClr val="002776"/>
              </a:solidFill>
              <a:cs typeface="Arial" charset="0"/>
            </a:endParaRPr>
          </a:p>
        </p:txBody>
      </p:sp>
      <p:sp>
        <p:nvSpPr>
          <p:cNvPr id="10" name="Footer Placeholder 10"/>
          <p:cNvSpPr>
            <a:spLocks noGrp="1"/>
          </p:cNvSpPr>
          <p:nvPr>
            <p:ph type="ftr" sz="quarter" idx="3"/>
          </p:nvPr>
        </p:nvSpPr>
        <p:spPr>
          <a:xfrm>
            <a:off x="1029699" y="6554792"/>
            <a:ext cx="5756031" cy="142875"/>
          </a:xfrm>
          <a:prstGeom prst="rect">
            <a:avLst/>
          </a:prstGeom>
        </p:spPr>
        <p:txBody>
          <a:bodyPr vert="horz" wrap="square" lIns="0" tIns="0" rIns="0" bIns="0" numCol="1" anchor="t" anchorCtr="0" compatLnSpc="1">
            <a:prstTxWarp prst="textNoShape">
              <a:avLst/>
            </a:prstTxWarp>
            <a:noAutofit/>
          </a:bodyPr>
          <a:lstStyle>
            <a:lvl1pPr eaLnBrk="1" hangingPunct="1">
              <a:lnSpc>
                <a:spcPts val="1128"/>
              </a:lnSpc>
              <a:defRPr sz="900">
                <a:latin typeface="Arial" charset="0"/>
              </a:defRPr>
            </a:lvl1pPr>
          </a:lstStyle>
          <a:p>
            <a:pPr defTabSz="912495" fontAlgn="base">
              <a:spcBef>
                <a:spcPct val="0"/>
              </a:spcBef>
              <a:spcAft>
                <a:spcPct val="0"/>
              </a:spcAft>
              <a:defRPr/>
            </a:pPr>
            <a:r>
              <a:rPr lang="he-IL">
                <a:solidFill>
                  <a:srgbClr val="002776"/>
                </a:solidFill>
                <a:cs typeface="Arial" charset="0"/>
              </a:rPr>
              <a:t>בית הדר מרכז רפואה סיעוד ושיקום </a:t>
            </a:r>
            <a:endParaRPr lang="en-GB" dirty="0">
              <a:solidFill>
                <a:srgbClr val="002776"/>
              </a:solidFill>
              <a:cs typeface="Arial" charset="0"/>
            </a:endParaRPr>
          </a:p>
        </p:txBody>
      </p:sp>
    </p:spTree>
    <p:extLst>
      <p:ext uri="{BB962C8B-B14F-4D97-AF65-F5344CB8AC3E}">
        <p14:creationId xmlns:p14="http://schemas.microsoft.com/office/powerpoint/2010/main" val="422646989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p:txStyles>
    <p:titleStyle>
      <a:lvl1pPr algn="l" defTabSz="955245" rtl="0" eaLnBrk="0" fontAlgn="base" hangingPunct="0">
        <a:lnSpc>
          <a:spcPts val="3199"/>
        </a:lnSpc>
        <a:spcBef>
          <a:spcPct val="0"/>
        </a:spcBef>
        <a:spcAft>
          <a:spcPct val="0"/>
        </a:spcAft>
        <a:defRPr sz="2300" b="1">
          <a:solidFill>
            <a:schemeClr val="tx2"/>
          </a:solidFill>
          <a:latin typeface="+mj-lt"/>
          <a:ea typeface="+mj-ea"/>
          <a:cs typeface="+mj-cs"/>
        </a:defRPr>
      </a:lvl1pPr>
      <a:lvl2pPr algn="l" defTabSz="955245" rtl="0" eaLnBrk="0" fontAlgn="base" hangingPunct="0">
        <a:lnSpc>
          <a:spcPts val="3199"/>
        </a:lnSpc>
        <a:spcBef>
          <a:spcPct val="0"/>
        </a:spcBef>
        <a:spcAft>
          <a:spcPct val="0"/>
        </a:spcAft>
        <a:defRPr sz="2300" b="1">
          <a:solidFill>
            <a:schemeClr val="tx2"/>
          </a:solidFill>
          <a:latin typeface="Arial" charset="0"/>
        </a:defRPr>
      </a:lvl2pPr>
      <a:lvl3pPr algn="l" defTabSz="955245" rtl="0" eaLnBrk="0" fontAlgn="base" hangingPunct="0">
        <a:lnSpc>
          <a:spcPts val="3199"/>
        </a:lnSpc>
        <a:spcBef>
          <a:spcPct val="0"/>
        </a:spcBef>
        <a:spcAft>
          <a:spcPct val="0"/>
        </a:spcAft>
        <a:defRPr sz="2300" b="1">
          <a:solidFill>
            <a:schemeClr val="tx2"/>
          </a:solidFill>
          <a:latin typeface="Arial" charset="0"/>
        </a:defRPr>
      </a:lvl3pPr>
      <a:lvl4pPr algn="l" defTabSz="955245" rtl="0" eaLnBrk="0" fontAlgn="base" hangingPunct="0">
        <a:lnSpc>
          <a:spcPts val="3199"/>
        </a:lnSpc>
        <a:spcBef>
          <a:spcPct val="0"/>
        </a:spcBef>
        <a:spcAft>
          <a:spcPct val="0"/>
        </a:spcAft>
        <a:defRPr sz="2300" b="1">
          <a:solidFill>
            <a:schemeClr val="tx2"/>
          </a:solidFill>
          <a:latin typeface="Arial" charset="0"/>
        </a:defRPr>
      </a:lvl4pPr>
      <a:lvl5pPr algn="l" defTabSz="955245" rtl="0" eaLnBrk="0" fontAlgn="base" hangingPunct="0">
        <a:lnSpc>
          <a:spcPts val="3199"/>
        </a:lnSpc>
        <a:spcBef>
          <a:spcPct val="0"/>
        </a:spcBef>
        <a:spcAft>
          <a:spcPct val="0"/>
        </a:spcAft>
        <a:defRPr sz="2300" b="1">
          <a:solidFill>
            <a:schemeClr val="tx2"/>
          </a:solidFill>
          <a:latin typeface="Arial" charset="0"/>
        </a:defRPr>
      </a:lvl5pPr>
      <a:lvl6pPr marL="428848" algn="l" defTabSz="955979" rtl="0" eaLnBrk="0" fontAlgn="base" hangingPunct="0">
        <a:lnSpc>
          <a:spcPts val="3196"/>
        </a:lnSpc>
        <a:spcBef>
          <a:spcPct val="0"/>
        </a:spcBef>
        <a:spcAft>
          <a:spcPct val="0"/>
        </a:spcAft>
        <a:defRPr sz="2300" b="1">
          <a:solidFill>
            <a:schemeClr val="tx2"/>
          </a:solidFill>
          <a:latin typeface="Arial" charset="0"/>
        </a:defRPr>
      </a:lvl6pPr>
      <a:lvl7pPr marL="857698" algn="l" defTabSz="955979" rtl="0" eaLnBrk="0" fontAlgn="base" hangingPunct="0">
        <a:lnSpc>
          <a:spcPts val="3196"/>
        </a:lnSpc>
        <a:spcBef>
          <a:spcPct val="0"/>
        </a:spcBef>
        <a:spcAft>
          <a:spcPct val="0"/>
        </a:spcAft>
        <a:defRPr sz="2300" b="1">
          <a:solidFill>
            <a:schemeClr val="tx2"/>
          </a:solidFill>
          <a:latin typeface="Arial" charset="0"/>
        </a:defRPr>
      </a:lvl7pPr>
      <a:lvl8pPr marL="1286547" algn="l" defTabSz="955979" rtl="0" eaLnBrk="0" fontAlgn="base" hangingPunct="0">
        <a:lnSpc>
          <a:spcPts val="3196"/>
        </a:lnSpc>
        <a:spcBef>
          <a:spcPct val="0"/>
        </a:spcBef>
        <a:spcAft>
          <a:spcPct val="0"/>
        </a:spcAft>
        <a:defRPr sz="2300" b="1">
          <a:solidFill>
            <a:schemeClr val="tx2"/>
          </a:solidFill>
          <a:latin typeface="Arial" charset="0"/>
        </a:defRPr>
      </a:lvl8pPr>
      <a:lvl9pPr marL="1715397" algn="l" defTabSz="955979" rtl="0" eaLnBrk="0" fontAlgn="base" hangingPunct="0">
        <a:lnSpc>
          <a:spcPts val="3196"/>
        </a:lnSpc>
        <a:spcBef>
          <a:spcPct val="0"/>
        </a:spcBef>
        <a:spcAft>
          <a:spcPct val="0"/>
        </a:spcAft>
        <a:defRPr sz="2300" b="1">
          <a:solidFill>
            <a:schemeClr val="tx2"/>
          </a:solidFill>
          <a:latin typeface="Arial" charset="0"/>
        </a:defRPr>
      </a:lvl9pPr>
    </p:titleStyle>
    <p:bodyStyle>
      <a:lvl1pPr marL="358017" indent="-358017" algn="l" defTabSz="955245" rtl="0" eaLnBrk="0" fontAlgn="base" hangingPunct="0">
        <a:spcBef>
          <a:spcPct val="0"/>
        </a:spcBef>
        <a:spcAft>
          <a:spcPts val="288"/>
        </a:spcAft>
        <a:buFont typeface="Arial" charset="0"/>
        <a:defRPr sz="1900">
          <a:solidFill>
            <a:schemeClr val="tx2"/>
          </a:solidFill>
          <a:latin typeface="+mn-lt"/>
          <a:ea typeface="+mn-ea"/>
          <a:cs typeface="+mn-cs"/>
        </a:defRPr>
      </a:lvl1pPr>
      <a:lvl2pPr marL="190099" indent="-190099" algn="l" defTabSz="955245" rtl="0" eaLnBrk="0" fontAlgn="base" hangingPunct="0">
        <a:spcBef>
          <a:spcPct val="0"/>
        </a:spcBef>
        <a:spcAft>
          <a:spcPts val="288"/>
        </a:spcAft>
        <a:buFont typeface="Arial" charset="0"/>
        <a:buChar char="•"/>
        <a:defRPr sz="1900">
          <a:solidFill>
            <a:schemeClr val="tx2"/>
          </a:solidFill>
          <a:latin typeface="+mn-lt"/>
        </a:defRPr>
      </a:lvl2pPr>
      <a:lvl3pPr marL="372274" indent="-182179" algn="l" defTabSz="955245" rtl="0" eaLnBrk="0" fontAlgn="base" hangingPunct="0">
        <a:spcBef>
          <a:spcPct val="0"/>
        </a:spcBef>
        <a:spcAft>
          <a:spcPts val="288"/>
        </a:spcAft>
        <a:buFont typeface="Arial" charset="0"/>
        <a:buChar char="‒"/>
        <a:defRPr sz="1900">
          <a:solidFill>
            <a:schemeClr val="tx2"/>
          </a:solidFill>
          <a:latin typeface="+mn-lt"/>
        </a:defRPr>
      </a:lvl3pPr>
      <a:lvl4pPr marL="563959" indent="-190099" algn="l" defTabSz="955245" rtl="0" eaLnBrk="0" fontAlgn="base" hangingPunct="0">
        <a:spcBef>
          <a:spcPct val="0"/>
        </a:spcBef>
        <a:spcAft>
          <a:spcPts val="563"/>
        </a:spcAft>
        <a:buFont typeface="Arial" charset="0"/>
        <a:buChar char="•"/>
        <a:defRPr>
          <a:solidFill>
            <a:schemeClr val="tx2"/>
          </a:solidFill>
          <a:latin typeface="+mn-lt"/>
        </a:defRPr>
      </a:lvl4pPr>
      <a:lvl5pPr marL="742967" indent="-179008" algn="l" defTabSz="955245" rtl="0" eaLnBrk="0" fontAlgn="base" hangingPunct="0">
        <a:spcBef>
          <a:spcPct val="0"/>
        </a:spcBef>
        <a:spcAft>
          <a:spcPts val="563"/>
        </a:spcAft>
        <a:buFont typeface="Arial" charset="0"/>
        <a:buChar char="‒"/>
        <a:defRPr>
          <a:solidFill>
            <a:schemeClr val="tx2"/>
          </a:solidFill>
          <a:latin typeface="+mn-lt"/>
        </a:defRPr>
      </a:lvl5pPr>
      <a:lvl6pPr marL="1173379" indent="-180176" algn="l" defTabSz="955979" rtl="0" eaLnBrk="0" fontAlgn="base" hangingPunct="0">
        <a:spcBef>
          <a:spcPct val="0"/>
        </a:spcBef>
        <a:spcAft>
          <a:spcPts val="564"/>
        </a:spcAft>
        <a:buFont typeface="Arial" charset="0"/>
        <a:buChar char="‒"/>
        <a:defRPr>
          <a:solidFill>
            <a:schemeClr val="tx2"/>
          </a:solidFill>
          <a:latin typeface="+mn-lt"/>
        </a:defRPr>
      </a:lvl6pPr>
      <a:lvl7pPr marL="1602227" indent="-180176" algn="l" defTabSz="955979" rtl="0" eaLnBrk="0" fontAlgn="base" hangingPunct="0">
        <a:spcBef>
          <a:spcPct val="0"/>
        </a:spcBef>
        <a:spcAft>
          <a:spcPts val="564"/>
        </a:spcAft>
        <a:buFont typeface="Arial" charset="0"/>
        <a:buChar char="‒"/>
        <a:defRPr>
          <a:solidFill>
            <a:schemeClr val="tx2"/>
          </a:solidFill>
          <a:latin typeface="+mn-lt"/>
        </a:defRPr>
      </a:lvl7pPr>
      <a:lvl8pPr marL="2031078" indent="-180176" algn="l" defTabSz="955979" rtl="0" eaLnBrk="0" fontAlgn="base" hangingPunct="0">
        <a:spcBef>
          <a:spcPct val="0"/>
        </a:spcBef>
        <a:spcAft>
          <a:spcPts val="564"/>
        </a:spcAft>
        <a:buFont typeface="Arial" charset="0"/>
        <a:buChar char="‒"/>
        <a:defRPr>
          <a:solidFill>
            <a:schemeClr val="tx2"/>
          </a:solidFill>
          <a:latin typeface="+mn-lt"/>
        </a:defRPr>
      </a:lvl8pPr>
      <a:lvl9pPr marL="2459928" indent="-180176" algn="l" defTabSz="955979" rtl="0" eaLnBrk="0" fontAlgn="base" hangingPunct="0">
        <a:spcBef>
          <a:spcPct val="0"/>
        </a:spcBef>
        <a:spcAft>
          <a:spcPts val="564"/>
        </a:spcAft>
        <a:buFont typeface="Arial" charset="0"/>
        <a:buChar char="‒"/>
        <a:defRPr>
          <a:solidFill>
            <a:schemeClr val="tx2"/>
          </a:solidFill>
          <a:latin typeface="+mn-lt"/>
        </a:defRPr>
      </a:lvl9pPr>
    </p:bodyStyle>
    <p:otherStyle>
      <a:defPPr>
        <a:defRPr lang="en-US"/>
      </a:defPPr>
      <a:lvl1pPr marL="0" algn="l" defTabSz="857698" rtl="0" eaLnBrk="1" latinLnBrk="0" hangingPunct="1">
        <a:defRPr sz="1700" kern="1200">
          <a:solidFill>
            <a:schemeClr val="tx1"/>
          </a:solidFill>
          <a:latin typeface="+mn-lt"/>
          <a:ea typeface="+mn-ea"/>
          <a:cs typeface="+mn-cs"/>
        </a:defRPr>
      </a:lvl1pPr>
      <a:lvl2pPr marL="428848" algn="l" defTabSz="857698" rtl="0" eaLnBrk="1" latinLnBrk="0" hangingPunct="1">
        <a:defRPr sz="1700" kern="1200">
          <a:solidFill>
            <a:schemeClr val="tx1"/>
          </a:solidFill>
          <a:latin typeface="+mn-lt"/>
          <a:ea typeface="+mn-ea"/>
          <a:cs typeface="+mn-cs"/>
        </a:defRPr>
      </a:lvl2pPr>
      <a:lvl3pPr marL="857698" algn="l" defTabSz="857698" rtl="0" eaLnBrk="1" latinLnBrk="0" hangingPunct="1">
        <a:defRPr sz="1700" kern="1200">
          <a:solidFill>
            <a:schemeClr val="tx1"/>
          </a:solidFill>
          <a:latin typeface="+mn-lt"/>
          <a:ea typeface="+mn-ea"/>
          <a:cs typeface="+mn-cs"/>
        </a:defRPr>
      </a:lvl3pPr>
      <a:lvl4pPr marL="1286547" algn="l" defTabSz="857698" rtl="0" eaLnBrk="1" latinLnBrk="0" hangingPunct="1">
        <a:defRPr sz="1700" kern="1200">
          <a:solidFill>
            <a:schemeClr val="tx1"/>
          </a:solidFill>
          <a:latin typeface="+mn-lt"/>
          <a:ea typeface="+mn-ea"/>
          <a:cs typeface="+mn-cs"/>
        </a:defRPr>
      </a:lvl4pPr>
      <a:lvl5pPr marL="1715397" algn="l" defTabSz="857698" rtl="0" eaLnBrk="1" latinLnBrk="0" hangingPunct="1">
        <a:defRPr sz="1700" kern="1200">
          <a:solidFill>
            <a:schemeClr val="tx1"/>
          </a:solidFill>
          <a:latin typeface="+mn-lt"/>
          <a:ea typeface="+mn-ea"/>
          <a:cs typeface="+mn-cs"/>
        </a:defRPr>
      </a:lvl5pPr>
      <a:lvl6pPr marL="2144246" algn="l" defTabSz="857698" rtl="0" eaLnBrk="1" latinLnBrk="0" hangingPunct="1">
        <a:defRPr sz="1700" kern="1200">
          <a:solidFill>
            <a:schemeClr val="tx1"/>
          </a:solidFill>
          <a:latin typeface="+mn-lt"/>
          <a:ea typeface="+mn-ea"/>
          <a:cs typeface="+mn-cs"/>
        </a:defRPr>
      </a:lvl6pPr>
      <a:lvl7pPr marL="2573094" algn="l" defTabSz="857698" rtl="0" eaLnBrk="1" latinLnBrk="0" hangingPunct="1">
        <a:defRPr sz="1700" kern="1200">
          <a:solidFill>
            <a:schemeClr val="tx1"/>
          </a:solidFill>
          <a:latin typeface="+mn-lt"/>
          <a:ea typeface="+mn-ea"/>
          <a:cs typeface="+mn-cs"/>
        </a:defRPr>
      </a:lvl7pPr>
      <a:lvl8pPr marL="3001946" algn="l" defTabSz="857698" rtl="0" eaLnBrk="1" latinLnBrk="0" hangingPunct="1">
        <a:defRPr sz="1700" kern="1200">
          <a:solidFill>
            <a:schemeClr val="tx1"/>
          </a:solidFill>
          <a:latin typeface="+mn-lt"/>
          <a:ea typeface="+mn-ea"/>
          <a:cs typeface="+mn-cs"/>
        </a:defRPr>
      </a:lvl8pPr>
      <a:lvl9pPr marL="3430790" algn="l" defTabSz="857698"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1489;&#1511;&#1512;&#1493;&#1514;%20&#1502;&#1513;&#1512;&#1491;%20&#1492;&#1489;&#1512;&#1497;&#1488;&#1493;&#1514;/&#1502;&#1513;&#1512;&#1491;%20&#1492;&#1489;&#1512;&#1497;&#1488;&#1493;&#1514;%202022/&#1492;&#1499;&#1504;&#1492;%20&#1505;&#1497;&#1506;&#1493;&#1491;%20&#1500;&#1489;&#1497;&#1511;&#1493;&#1512;&#1514;/&#1492;&#1513;&#1514;&#1500;&#1502;&#1493;&#1497;&#1493;&#1514;%20&#1508;&#1504;&#1497;&#1501;/(2)&#1506;&#1493;&#1514;&#1511;%20&#1513;&#1500;%20&#1492;&#1513;&#1514;&#1500;&#1502;&#1493;&#1497;&#1493;&#1514;%20&#1508;&#1504;&#1497;&#1501;%202022.xlsx" TargetMode="External"/><Relationship Id="rId3" Type="http://schemas.openxmlformats.org/officeDocument/2006/relationships/hyperlink" Target="../../../&#1511;&#1497;&#1491;&#1493;&#1501;%20&#1489;&#1512;&#1497;&#1488;&#1493;&#1514;%20&#1505;&#1496;&#1493;&#1491;&#1504;&#1496;&#1497;&#1501;/&#1506;&#1489;&#1493;&#1491;&#1492;%20&#1489;&#1511;&#1497;&#1491;&#1493;&#1501;%20&#1489;&#1512;&#1497;&#1488;&#1493;&#1514;.pdf" TargetMode="External"/><Relationship Id="rId7" Type="http://schemas.openxmlformats.org/officeDocument/2006/relationships/hyperlink" Target="../../../../Lomdot/&#1514;&#1493;&#1499;&#1503;%20&#1506;&#1504;&#1497;&#1497;&#1504;&#1497;&#1501;%20-%20&#1504;&#1492;&#1500;&#1497;&#1501;.xls.lnk" TargetMode="External"/><Relationship Id="rId2" Type="http://schemas.openxmlformats.org/officeDocument/2006/relationships/hyperlink" Target="../../../&#1489;&#1511;&#1512;&#1493;&#1514;%20&#1508;&#1504;&#1497;&#1502;&#1497;&#1493;&#1514;/&#1489;&#1511;&#1512;&#1492;%20&#1506;&#1500;%20&#1502;&#1504;&#1497;&#1506;&#1514;%20&#1494;&#1497;&#1492;&#1493;&#1502;&#1497;&#1501;/&#1489;&#1511;&#1512;&#1493;&#1514;%20&#1502;&#1504;&#1497;&#1506;&#1514;%20&#1494;&#1497;&#1492;&#1493;&#1502;&#1497;&#1501;%202/&#1489;&#1511;&#1512;&#1493;&#1514;%20&#1489;&#1497;&#1491;&#1493;&#1491;%20&#1502;&#1502;&#1493;&#1495;&#1513;&#1489;&#1493;&#1514;" TargetMode="External"/><Relationship Id="rId1" Type="http://schemas.openxmlformats.org/officeDocument/2006/relationships/slideLayout" Target="../slideLayouts/slideLayout17.xml"/><Relationship Id="rId6" Type="http://schemas.openxmlformats.org/officeDocument/2006/relationships/hyperlink" Target="../../../&#1489;&#1511;&#1512;&#1493;&#1514;%20&#1508;&#1504;&#1497;&#1502;&#1497;&#1493;&#1514;/&#1489;&#1511;&#1512;&#1492;%20&#1506;&#1500;%20&#1502;&#1504;&#1497;&#1506;&#1514;%20&#1494;&#1497;&#1492;&#1493;&#1502;&#1497;&#1501;/&#1489;&#1511;&#1512;&#1514;%20&#1492;&#1497;&#1490;&#1497;&#1497;&#1504;&#1514;%20&#1497;&#1491;&#1497;&#1497;&#1501;%20&#1505;&#1500;&#1493;&#1502;&#1493;&#1503;%2016102022.xlsx" TargetMode="External"/><Relationship Id="rId5" Type="http://schemas.openxmlformats.org/officeDocument/2006/relationships/hyperlink" Target="../../../&#1511;&#1497;&#1491;&#1493;&#1501;%20&#1489;&#1512;&#1497;&#1488;&#1493;&#1514;%20&#1505;&#1496;&#1493;&#1491;&#1504;&#1496;&#1497;&#1501;/&#1502;&#1510;&#1490;&#1514;%20&#1511;&#1497;&#1491;&#1493;&#1501;%20&#1489;&#1512;&#1497;&#1488;&#1493;&#1514;%20&#1506;&#1491;&#1499;&#1504;&#1497;%2023.10.22%20(1).pptx" TargetMode="External"/><Relationship Id="rId4" Type="http://schemas.openxmlformats.org/officeDocument/2006/relationships/hyperlink" Target="../../../&#1511;&#1497;&#1491;&#1493;&#1501;%20&#1489;&#1512;&#1497;&#1488;&#1493;&#1514;%20&#1505;&#1496;&#1493;&#1491;&#1504;&#1496;&#1497;&#1501;/&#1508;&#1512;&#1493;&#1497;&#1511;&#1496;%20&#1511;&#1497;&#1491;&#1493;&#1501;%20&#1489;&#1512;&#1497;&#1488;&#1493;&#1514;-%20&#1502;&#1504;&#1497;&#1506;&#1514;%20&#1494;&#1497;&#1492;&#1493;&#1502;&#1497;&#1501;%20(003).pptx" TargetMode="External"/><Relationship Id="rId9"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17.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tmp"/><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17.png"/><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xml"/><Relationship Id="rId1" Type="http://schemas.openxmlformats.org/officeDocument/2006/relationships/slideLayout" Target="../slideLayouts/slideLayout30.xml"/><Relationship Id="rId5" Type="http://schemas.openxmlformats.org/officeDocument/2006/relationships/chart" Target="../charts/chart10.xml"/><Relationship Id="rId4" Type="http://schemas.openxmlformats.org/officeDocument/2006/relationships/chart" Target="../charts/chart9.xml"/></Relationships>
</file>

<file path=ppt/slides/_rels/slide15.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4.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3" Type="http://schemas.openxmlformats.org/officeDocument/2006/relationships/hyperlink" Target="&#1502;&#1504;&#1497;&#1506;&#1514;%20&#1494;&#1497;&#1492;&#1493;&#1502;&#1497;&#1501;&#1502;&#1510;&#1490;&#1514;%20&#1495;&#1491;&#1513;&#1492;.pptx" TargetMode="External"/><Relationship Id="rId2" Type="http://schemas.openxmlformats.org/officeDocument/2006/relationships/hyperlink" Target="file:///\\Adint\DOC\&#1495;&#1497;&#1504;&#1493;&#1498;%20&#1514;&#1493;&#1498;%20&#1513;&#1512;&#1493;&#1514;\&#1514;&#1495;&#1493;&#1502;&#1497;&#1501;%20&#1511;&#1500;&#1497;&#1504;&#1497;&#1497;&#1501;%20&#1500;&#1512;&#1497;&#1499;&#1493;&#1494;%20&#1495;&#1514;&#1513;\&#1492;&#1499;&#1513;&#1512;&#1514;%20&#1499;&#1495;%20&#1488;&#1491;&#1501;%20&#1505;&#1497;&#1506;&#1493;&#1491;&#1497;\&#1504;&#1497;&#1492;&#1493;&#1500;%20&#1502;&#1506;&#1511;&#1489;%20&#1489;&#1497;&#1510;&#1493;&#1506;%20&#1492;&#1491;&#1512;&#1499;&#1493;&#1514;%20&#1510;&#1493;&#1493;&#1514;\&#1492;&#1491;&#1512;&#1499;&#1492;%20&#1500;&#1506;&#1493;&#1489;&#1491;&#1497;&#1501;%20&#1495;&#1491;&#1513;&#1497;&#1501;\&#1502;&#1504;&#1497;&#1506;&#1514;%20&#1494;&#1497;&#1492;&#1493;&#1502;&#1497;&#1501;\&#1492;&#1497;&#1490;&#1497;&#1497;&#1504;&#1514;%20&#1497;&#1491;&#1497;&#1497;&#1501;.mp4" TargetMode="External"/><Relationship Id="rId1" Type="http://schemas.openxmlformats.org/officeDocument/2006/relationships/slideLayout" Target="../slideLayouts/slideLayout6.xml"/><Relationship Id="rId5" Type="http://schemas.openxmlformats.org/officeDocument/2006/relationships/image" Target="../media/image19.jpeg"/><Relationship Id="rId4" Type="http://schemas.openxmlformats.org/officeDocument/2006/relationships/image" Target="../media/image18.jpeg"/></Relationships>
</file>

<file path=ppt/slides/_rels/slide18.xml.rels><?xml version="1.0" encoding="UTF-8" standalone="yes"?>
<Relationships xmlns="http://schemas.openxmlformats.org/package/2006/relationships"><Relationship Id="rId3" Type="http://schemas.openxmlformats.org/officeDocument/2006/relationships/hyperlink" Target="../../../../&#1504;&#1492;&#1500;&#1497;&#1501;/&#1504;&#1492;&#1500;&#1497;&#1501;%20&#1502;&#1514;&#1506;&#1491;&#1499;&#1504;&#1497;&#1501;/999999999/&#1502;&#1504;&#1497;&#1506;&#1514;%20&#1494;&#1497;&#1492;&#1493;&#1502;&#1497;&#1501;/&#1499;&#1500;&#1500;&#1497;%20&#1489;&#1497;&#1491;&#1493;&#1491;%20&#1489;&#1502;&#1496;&#1493;&#1508;&#1500;%20&#1493;&#1508;&#1506;&#1493;&#1500;&#1493;&#1514;%20&#1500;&#1502;&#1504;&#1497;&#1506;&#1514;%20&#1492;&#1514;&#1508;&#1513;&#1496;&#1493;&#1514;%20&#1502;&#1495;&#1500;&#1493;&#1514;%20&#1494;&#1497;&#1492;&#1493;&#1502;&#1497;&#1493;&#1514;%201.10.3.doc" TargetMode="External"/><Relationship Id="rId2" Type="http://schemas.openxmlformats.org/officeDocument/2006/relationships/hyperlink" Target="file:///\\adint\doc\&#1504;&#1492;&#1500;&#1497;&#1501;\&#1502;&#1504;&#1497;&#1506;&#1514;%20&#1494;&#1497;&#1492;&#1493;&#1502;&#1497;&#1501;\&#1499;&#1500;&#1500;&#1497;%20&#1489;&#1497;&#1491;&#1493;&#1491;%20&#1489;&#1502;&#1496;&#1493;&#1508;&#1500;%20&#1493;&#1508;&#1506;&#1493;&#1500;&#1493;&#1514;%20&#1500;&#1502;&#1504;&#1497;&#1506;&#1514;%20&#1492;&#1514;&#1508;&#1513;&#1496;&#1493;&#1514;%20&#1502;&#1495;&#1500;&#1493;&#1514;%20&#1494;&#1497;&#1492;&#1493;&#1502;&#1497;&#1493;&#1514;%201.10.3.doc" TargetMode="External"/><Relationship Id="rId1" Type="http://schemas.openxmlformats.org/officeDocument/2006/relationships/slideLayout" Target="../slideLayouts/slideLayout1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4.jpeg"/></Relationships>
</file>

<file path=ppt/slides/_rels/slide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2.png"/><Relationship Id="rId1" Type="http://schemas.openxmlformats.org/officeDocument/2006/relationships/slideLayout" Target="../slideLayouts/slideLayout17.xml"/><Relationship Id="rId5" Type="http://schemas.openxmlformats.org/officeDocument/2006/relationships/image" Target="../media/image24.jpeg"/><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jpe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file:///\\adint\doc\&#1495;&#1497;&#1504;&#1493;&#1498;%20&#1514;&#1493;&#1498;%20&#1513;&#1512;&#1493;&#1514;\&#1489;&#1511;&#1512;&#1493;&#1514;%20&#1508;&#1504;&#1497;&#1502;&#1497;&#1493;&#1514;\&#1489;&#1511;&#1512;&#1492;%20&#1506;&#1500;%20&#1502;&#1504;&#1497;&#1506;&#1514;%20&#1494;&#1497;&#1492;&#1493;&#1502;&#1497;&#1501;\&#1489;&#1511;&#1512;&#1493;&#1514;%20&#1502;&#1504;&#1497;&#1506;&#1514;%20&#1494;&#1497;&#1492;&#1493;&#1502;&#1497;&#1501;%202\&#1489;&#1511;&#1512;&#1493;&#1514;%20&#1489;&#1497;&#1491;&#1493;&#1491;%20&#1502;&#1502;&#1493;&#1495;&#1513;&#1489;&#1493;&#1514;\&#1504;&#1514;&#1493;&#1504;&#1497;%20&#1489;&#1511;&#1512;&#1493;&#1514;%20&#1502;&#1502;&#1495;&#1493;&#1513;&#1489;&#1493;&#1514;%20&#1506;&#1500;%20&#1497;&#1491;&#1497;%20&#1504;&#1488;&#1502;&#1504;&#1497;&#1501;.xlsx" TargetMode="External"/><Relationship Id="rId1" Type="http://schemas.openxmlformats.org/officeDocument/2006/relationships/slideLayout" Target="../slideLayouts/slideLayout30.xml"/><Relationship Id="rId4" Type="http://schemas.openxmlformats.org/officeDocument/2006/relationships/image" Target="../media/image27.jpeg"/></Relationships>
</file>

<file path=ppt/slides/_rels/slide23.xml.rels><?xml version="1.0" encoding="UTF-8" standalone="yes"?>
<Relationships xmlns="http://schemas.openxmlformats.org/package/2006/relationships"><Relationship Id="rId3" Type="http://schemas.openxmlformats.org/officeDocument/2006/relationships/hyperlink" Target="../../../../&#1504;&#1492;&#1500;&#1497;&#1501;/&#1514;&#1512;&#1493;&#1508;&#1493;&#1514;/&#1504;&#1497;&#1492;&#1493;&#1500;%20&#1492;&#1496;&#1497;&#1508;&#1493;&#1500;%20&#1492;&#1514;&#1512;&#1493;&#1508;&#1514;&#1497;%20%201.1.1.doc" TargetMode="External"/><Relationship Id="rId2" Type="http://schemas.openxmlformats.org/officeDocument/2006/relationships/hyperlink" Target="../&#1491;&#1497;&#1493;&#1493;&#1495;&#1497;&#1501;%20&#1500;&#1502;&#1513;&#1512;&#1491;%20&#1492;&#1489;&#1512;&#1497;&#1488;&#1493;&#1514;%20+%20&#1502;&#1499;&#1489;&#1497;%20+&#1502;&#1488;&#1493;&#1495;&#1491;&#1514;/&#1491;&#1493;&#1495;&#1493;&#1514;%20&#1488;&#1504;&#1496;&#1489;&#1497;&#1493;&#1496;&#1497;&#1511;&#1492;/&#1506;&#1493;&#1514;&#1511;%20&#1513;&#1500;%20&#1491;&#1493;&#1495;%20&#1488;&#1504;&#1496;&#1497;&#1489;&#1497;&#1493;&#1496;&#1497;&#1511;&#1492;%20&#1513;&#1504;&#1514;&#1497;%202022.xlsx" TargetMode="External"/><Relationship Id="rId1" Type="http://schemas.openxmlformats.org/officeDocument/2006/relationships/slideLayout" Target="../slideLayouts/slideLayout27.xml"/><Relationship Id="rId5" Type="http://schemas.openxmlformats.org/officeDocument/2006/relationships/image" Target="../media/image4.jpeg"/><Relationship Id="rId4" Type="http://schemas.openxmlformats.org/officeDocument/2006/relationships/image" Target="../media/image28.jpeg"/></Relationships>
</file>

<file path=ppt/slides/_rels/slide24.xml.rels><?xml version="1.0" encoding="UTF-8" standalone="yes"?>
<Relationships xmlns="http://schemas.openxmlformats.org/package/2006/relationships"><Relationship Id="rId3" Type="http://schemas.openxmlformats.org/officeDocument/2006/relationships/hyperlink" Target="../../../&#1489;&#1511;&#1512;&#1493;&#1514;%20&#1508;&#1504;&#1497;&#1502;&#1497;&#1493;&#1514;/&#1489;&#1511;&#1512;&#1492;%20&#1506;&#1500;%20&#1502;&#1504;&#1497;&#1506;&#1514;%20&#1494;&#1497;&#1492;&#1493;&#1502;&#1497;&#1501;/&#1489;&#1511;&#1512;&#1514;%20&#1504;&#1497;&#1511;&#1497;&#1493;&#1503;%202022/&#1489;&#1511;&#1512;&#1514;%20&#1504;&#1497;&#1511;&#1497;&#1493;&#1503;%20&#1496;&#1512;&#1502;&#1497;&#1504;&#1500;&#1497;%20&#1489;&#1514;&#1488;&#1493;&#1512;&#1514;%20UV12072022%20&#1513;&#1497;&#1511;&#1493;&#1501;%20&#1489;.docx" TargetMode="External"/><Relationship Id="rId2" Type="http://schemas.openxmlformats.org/officeDocument/2006/relationships/hyperlink" Target="https://forms.gle/pTzMUFFAYxHX2wGe7" TargetMode="External"/><Relationship Id="rId1" Type="http://schemas.openxmlformats.org/officeDocument/2006/relationships/slideLayout" Target="../slideLayouts/slideLayout17.xml"/><Relationship Id="rId4" Type="http://schemas.openxmlformats.org/officeDocument/2006/relationships/image" Target="../media/image4.jpeg"/></Relationships>
</file>

<file path=ppt/slides/_rels/slide25.xml.rels><?xml version="1.0" encoding="UTF-8" standalone="yes"?>
<Relationships xmlns="http://schemas.openxmlformats.org/package/2006/relationships"><Relationship Id="rId3" Type="http://schemas.openxmlformats.org/officeDocument/2006/relationships/hyperlink" Target="../../../../&#1504;&#1492;&#1500;&#1497;&#1501;/&#1502;&#1506;&#1489;&#1491;&#1492;/&#1489;&#1497;&#1514;%20&#1492;&#1491;&#1512;%20&#1495;&#1493;&#1489;&#1512;&#1514;%20&#1489;&#1491;&#1497;&#1511;&#1493;&#1514;%20&#1502;&#1506;&#1489;&#1491;&#1492;%205-2-2023.pdf" TargetMode="External"/><Relationship Id="rId7" Type="http://schemas.openxmlformats.org/officeDocument/2006/relationships/image" Target="../media/image4.jpeg"/><Relationship Id="rId2" Type="http://schemas.openxmlformats.org/officeDocument/2006/relationships/hyperlink" Target="file:///\\adint\doc\&#1504;&#1492;&#1500;&#1497;&#1501;\&#1505;&#1497;&#1493;&#1506;%20&#1504;&#1513;&#1497;&#1502;&#1514;&#1497;\&#1492;&#1504;&#1495;&#1497;&#1493;&#1514;%20&#1500;&#1496;&#1497;&#1508;&#1493;&#1500;%20&#1489;&#1495;&#1493;&#1500;&#1492;%20&#1492;&#1502;&#1493;&#1504;&#1513;&#1501;%201.9.6.doc" TargetMode="External"/><Relationship Id="rId1" Type="http://schemas.openxmlformats.org/officeDocument/2006/relationships/slideLayout" Target="../slideLayouts/slideLayout17.xml"/><Relationship Id="rId6" Type="http://schemas.openxmlformats.org/officeDocument/2006/relationships/hyperlink" Target="../../../../&#1504;&#1492;&#1500;&#1497;&#1501;/&#1506;&#1497;&#1512;&#1493;&#1497;%20&#1504;&#1493;&#1494;&#1500;&#1497;&#1501;%20&#1500;&#1493;&#1493;&#1512;&#1497;&#1491;/&#1496;&#1497;&#1508;&#1493;&#1500;%20&#1489;&#1510;&#1504;&#1514;&#1512;%20&#1489;&#1493;&#1493;&#1512;&#1497;&#1491;%20&#1508;&#1512;&#1497;&#1508;&#1512;&#1497;%20&#1488;&#1493;%20&#1502;&#1512;&#1499;&#1494;&#1497;%20%201.2.1%20&#1489;&#1506;&#1491;&#1499;&#1493;&#1503;.docx%20&#1502;&#1488;&#1497;&#1492;.docx" TargetMode="External"/><Relationship Id="rId5" Type="http://schemas.openxmlformats.org/officeDocument/2006/relationships/hyperlink" Target="file:///\\adint\doc\&#1504;&#1492;&#1500;&#1497;&#1501;\&#1504;&#1497;&#1511;&#1493;&#1494;&#1497;&#1501;\&#1492;&#1499;&#1504;&#1505;&#1514;%20&#1510;&#1504;&#1514;&#1512;%20&#1500;&#1491;&#1512;&#1499;&#1497;%20&#1492;&#1513;&#1514;&#1503;%20&#1493;&#1496;&#1497;&#1508;&#1493;&#1500;%20&#1489;&#1495;&#1493;&#1500;&#1492;%20&#1506;&#1501;%20&#1510;&#1504;&#1514;&#1512;%201.8.1.doc" TargetMode="External"/><Relationship Id="rId4" Type="http://schemas.openxmlformats.org/officeDocument/2006/relationships/hyperlink" Target="../../&#1502;&#1513;&#1512;&#1491;%20&#1488;&#1495;&#1493;&#1514;%20&#1512;&#1488;&#1513;&#1497;&#1514;/&#1508;&#1493;&#1505;&#1496;&#1512;&#1497;&#1501;/&#1508;&#1493;&#1505;&#1496;&#1512;&#1497;&#1501;%20&#1500;&#1499;&#1504;&#1505;%202023/&#1489;&#1511;&#1512;&#1492;%20&#1493;&#1513;&#1500;&#1497;&#1496;&#1492;%20&#1506;&#1500;%20&#1488;&#1497;%20&#1513;&#1500;&#1497;&#1496;&#1492;.pptx"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1489;&#1512;&#1497;&#1488;&#1493;&#1514;%20&#1492;&#1506;&#1493;&#1489;&#1491;/&#1488;&#1497;&#1512;&#1493;&#1506;&#1497;&#1501;%20&#1495;&#1512;&#1497;&#1490;&#1497;&#1501;%20&#1489;&#1512;&#1497;&#1488;&#1493;&#1514;%20&#1492;&#1506;&#1493;&#1489;&#1491;/&#1512;&#1497;&#1499;&#1493;&#1494;%20&#1504;&#1514;&#1493;&#1504;&#1497;%20&#1488;&#1497;&#1512;&#1493;&#1506;&#1497;&#1501;%20&#1495;&#1512;&#1497;&#1490;&#1497;&#1501;%20&#1510;&#1493;&#1493;&#1514;.xlsx" TargetMode="External"/><Relationship Id="rId2" Type="http://schemas.openxmlformats.org/officeDocument/2006/relationships/hyperlink" Target="../../../../&#1504;&#1492;&#1500;&#1497;&#1501;/&#1502;&#1504;&#1497;&#1506;&#1514;%20&#1494;&#1497;&#1492;&#1493;&#1502;&#1497;&#1501;/1.10.8&#1489;&#1512;&#1497;&#1488;&#1493;&#1514;%20&#1492;&#1506;&#1493;&#1489;&#1491;%20&#1493;&#1502;&#1506;&#1512;&#1498;%20&#1495;&#1497;&#1505;&#1493;&#1504;&#1497;&#1501;%20%20.docx" TargetMode="External"/><Relationship Id="rId1" Type="http://schemas.openxmlformats.org/officeDocument/2006/relationships/slideLayout" Target="../slideLayouts/slideLayout17.xml"/><Relationship Id="rId4" Type="http://schemas.openxmlformats.org/officeDocument/2006/relationships/image" Target="../media/image4.jpeg"/></Relationships>
</file>

<file path=ppt/slides/_rels/slide27.xml.rels><?xml version="1.0" encoding="UTF-8" standalone="yes"?>
<Relationships xmlns="http://schemas.openxmlformats.org/package/2006/relationships"><Relationship Id="rId3" Type="http://schemas.openxmlformats.org/officeDocument/2006/relationships/hyperlink" Target="file:///\\adint\doc\&#1502;&#1494;&#1499;&#1497;&#1512;&#1493;&#1514;\&#1502;&#1494;&#1499;&#1497;&#1512;&#1493;&#1514;%20&#1512;&#1508;&#1493;&#1488;&#1497;&#1493;&#1514;\&#1495;&#1497;&#1505;&#1493;&#1504;&#1497;%20&#1511;&#1493;&#1512;&#1493;&#1504;&#1492;%20&#1489;&#1497;&#1514;%20&#1492;&#1491;&#1512;\&#1502;&#1506;&#1511;&#1489;%20&#1495;&#1497;&#1505;&#1493;&#1504;&#1497;%20&#1502;&#1496;&#1493;&#1508;&#1500;&#1497;&#1501;" TargetMode="External"/><Relationship Id="rId2" Type="http://schemas.openxmlformats.org/officeDocument/2006/relationships/hyperlink" Target="../../../../&#1502;&#1494;&#1499;&#1497;&#1512;&#1493;&#1514;/&#1502;&#1494;&#1499;&#1497;&#1512;&#1493;&#1514;%20&#1512;&#1508;&#1493;&#1488;&#1497;&#1493;&#1514;/&#1495;&#1497;&#1505;&#1493;&#1504;&#1497;%20&#1511;&#1493;&#1512;&#1493;&#1504;&#1492;%20&#1489;&#1497;&#1514;%20&#1492;&#1491;&#1512;/&#1495;&#1497;&#1505;&#1493;&#1504;&#1497;%20&#1511;&#1493;&#1512;&#1493;&#1504;&#1492;%20&#1510;&#1493;&#1493;&#1514;%20&#1506;&#1493;&#1489;&#1491;&#1497;%20&#1489;&#1497;&#1514;%20&#1492;&#1491;&#1512;/&#1495;&#1497;&#1505;&#1493;&#1504;&#1497;%20&#1511;&#1493;&#1512;&#1493;&#1504;&#1492;%20&#1490;&#1500;&#1497;&#1493;&#1504;&#1493;&#1514;%20&#1510;&#1493;&#1493;&#1514;%20&#1506;&#1493;&#1489;&#1491;&#1497;%20&#1489;&#1497;&#1514;%20&#1492;&#1491;&#1512;/&#1495;&#1497;&#1505;&#1493;&#1504;&#1497;%20&#1511;&#1493;&#1512;&#1504;&#1492;%20&#1502;&#1506;&#1493;&#1491;&#1499;&#1503;%201/&#1506;&#1493;&#1514;&#1511;%20&#1513;&#1500;%20&#1495;&#1497;&#1505;&#1493;&#1504;&#1497;%20&#1511;&#1493;&#1512;&#1493;&#1504;&#1492;%20&#1500;&#1506;&#1493;&#1489;&#1491;&#1497;&#1501;.xlsx" TargetMode="External"/><Relationship Id="rId1" Type="http://schemas.openxmlformats.org/officeDocument/2006/relationships/slideLayout" Target="../slideLayouts/slideLayout17.xml"/><Relationship Id="rId6" Type="http://schemas.openxmlformats.org/officeDocument/2006/relationships/image" Target="../media/image30.jpg"/><Relationship Id="rId5" Type="http://schemas.openxmlformats.org/officeDocument/2006/relationships/image" Target="../media/image29.png"/><Relationship Id="rId4" Type="http://schemas.openxmlformats.org/officeDocument/2006/relationships/hyperlink" Target="../../../../&#1502;&#1494;&#1499;&#1497;&#1512;&#1493;&#1514;/&#1502;&#1494;&#1499;&#1497;&#1512;&#1493;&#1514;%20&#1512;&#1508;&#1493;&#1488;&#1497;&#1493;&#1514;/&#1495;&#1497;&#1505;&#1493;&#1504;&#1497;%20&#1513;&#1508;&#1506;&#1514;/&#1495;&#1497;&#1505;&#1493;&#1504;&#1497;%20&#1513;&#1508;&#1506;&#1514;%20&#1506;&#1493;&#1489;&#1491;&#1497;&#1501;%202022/&#1495;&#1497;&#1505;&#1493;&#1504;&#1497;%20&#1513;&#1508;&#1506;&#1514;%20&#1506;&#1493;&#1489;&#1491;&#1497;&#1501;2022.xlsx"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1495;&#1514;&#1513;/2022/2022.docx" TargetMode="External"/><Relationship Id="rId2" Type="http://schemas.openxmlformats.org/officeDocument/2006/relationships/hyperlink" Target="../&#1495;&#1514;&#1513;/2023/2023.docx" TargetMode="External"/><Relationship Id="rId1" Type="http://schemas.openxmlformats.org/officeDocument/2006/relationships/slideLayout" Target="../slideLayouts/slideLayout17.xml"/><Relationship Id="rId4"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7">
            <a:extLst>
              <a:ext uri="{FF2B5EF4-FFF2-40B4-BE49-F238E27FC236}">
                <a16:creationId xmlns:a16="http://schemas.microsoft.com/office/drawing/2014/main" id="{F43625B0-A92C-49CE-B0A2-7B9EDF9FDBBA}"/>
              </a:ext>
            </a:extLst>
          </p:cNvPr>
          <p:cNvSpPr/>
          <p:nvPr/>
        </p:nvSpPr>
        <p:spPr>
          <a:xfrm>
            <a:off x="0" y="2286000"/>
            <a:ext cx="12191999" cy="2510443"/>
          </a:xfrm>
          <a:prstGeom prst="rect">
            <a:avLst/>
          </a:prstGeom>
          <a:gradFill>
            <a:gsLst>
              <a:gs pos="0">
                <a:srgbClr val="96C141">
                  <a:alpha val="84000"/>
                </a:srgbClr>
              </a:gs>
              <a:gs pos="100000">
                <a:srgbClr val="5DC9E4">
                  <a:alpha val="7800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pitchFamily="34" charset="0"/>
              <a:ea typeface="+mn-ea"/>
              <a:cs typeface="Calibri" panose="020F0502020204030204" pitchFamily="34" charset="0"/>
            </a:endParaRPr>
          </a:p>
        </p:txBody>
      </p:sp>
      <p:sp>
        <p:nvSpPr>
          <p:cNvPr id="10" name="כותרת 1">
            <a:extLst>
              <a:ext uri="{FF2B5EF4-FFF2-40B4-BE49-F238E27FC236}">
                <a16:creationId xmlns:a16="http://schemas.microsoft.com/office/drawing/2014/main" id="{E08E6461-071D-4036-9499-D466A2642960}"/>
              </a:ext>
            </a:extLst>
          </p:cNvPr>
          <p:cNvSpPr txBox="1">
            <a:spLocks/>
          </p:cNvSpPr>
          <p:nvPr/>
        </p:nvSpPr>
        <p:spPr>
          <a:xfrm flipH="1">
            <a:off x="5367130" y="2547585"/>
            <a:ext cx="6595475" cy="1603319"/>
          </a:xfrm>
          <a:prstGeom prst="rect">
            <a:avLst/>
          </a:prstGeom>
        </p:spPr>
        <p:txBody>
          <a:bodyPr vert="horz" lIns="91440" tIns="45720" rIns="91440" bIns="45720" rtlCol="1" anchor="ctr">
            <a:noAutofit/>
          </a:bodyPr>
          <a:lstStyle>
            <a:lvl1pPr algn="ctr" defTabSz="914400" rtl="1"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r" defTabSz="914400" rtl="1" eaLnBrk="1" fontAlgn="auto" latinLnBrk="0" hangingPunct="1">
              <a:lnSpc>
                <a:spcPct val="100000"/>
              </a:lnSpc>
              <a:spcBef>
                <a:spcPct val="0"/>
              </a:spcBef>
              <a:spcAft>
                <a:spcPts val="0"/>
              </a:spcAft>
              <a:buClrTx/>
              <a:buSzTx/>
              <a:buFontTx/>
              <a:buNone/>
              <a:tabLst/>
              <a:defRPr/>
            </a:pPr>
            <a:endParaRPr lang="he-IL" sz="3600" b="1" dirty="0">
              <a:solidFill>
                <a:srgbClr val="FFFFFF"/>
              </a:solidFill>
              <a:latin typeface="Calibri" panose="020F0502020204030204" pitchFamily="34" charset="0"/>
              <a:cs typeface="Calibri" panose="020F0502020204030204" pitchFamily="34" charset="0"/>
            </a:endParaRPr>
          </a:p>
        </p:txBody>
      </p:sp>
      <p:sp>
        <p:nvSpPr>
          <p:cNvPr id="3" name="TextBox 2"/>
          <p:cNvSpPr txBox="1"/>
          <p:nvPr/>
        </p:nvSpPr>
        <p:spPr>
          <a:xfrm>
            <a:off x="1506032" y="2547585"/>
            <a:ext cx="10189586" cy="1651671"/>
          </a:xfrm>
          <a:prstGeom prst="rect">
            <a:avLst/>
          </a:prstGeom>
          <a:noFill/>
        </p:spPr>
        <p:txBody>
          <a:bodyPr wrap="square" rtlCol="1">
            <a:spAutoFit/>
          </a:bodyPr>
          <a:lstStyle/>
          <a:p>
            <a:pPr algn="ctr">
              <a:lnSpc>
                <a:spcPct val="150000"/>
              </a:lnSpc>
              <a:spcAft>
                <a:spcPts val="0"/>
              </a:spcAft>
            </a:pPr>
            <a:r>
              <a:rPr lang="he-IL" sz="3600" b="1" dirty="0">
                <a:solidFill>
                  <a:srgbClr val="002060"/>
                </a:solidFill>
                <a:latin typeface="Arial" panose="020B0604020202020204" pitchFamily="34" charset="0"/>
                <a:ea typeface="Cambria" panose="02040503050406030204" pitchFamily="18" charset="0"/>
              </a:rPr>
              <a:t>סיכום פעילות מרכז רפואי גריאטרי במניעת זיהומים 2023</a:t>
            </a:r>
            <a:endParaRPr lang="en-US" sz="2400" dirty="0">
              <a:solidFill>
                <a:srgbClr val="002060"/>
              </a:solidFill>
              <a:latin typeface="Arial" panose="020B0604020202020204" pitchFamily="34" charset="0"/>
              <a:ea typeface="Cambria" panose="02040503050406030204" pitchFamily="18" charset="0"/>
            </a:endParaRPr>
          </a:p>
        </p:txBody>
      </p:sp>
      <p:sp>
        <p:nvSpPr>
          <p:cNvPr id="4" name="TextBox 3"/>
          <p:cNvSpPr txBox="1"/>
          <p:nvPr/>
        </p:nvSpPr>
        <p:spPr>
          <a:xfrm>
            <a:off x="5552902" y="5050244"/>
            <a:ext cx="6010102" cy="246221"/>
          </a:xfrm>
          <a:prstGeom prst="rect">
            <a:avLst/>
          </a:prstGeom>
          <a:noFill/>
        </p:spPr>
        <p:txBody>
          <a:bodyPr wrap="square" rtlCol="1">
            <a:spAutoFit/>
          </a:bodyPr>
          <a:lstStyle/>
          <a:p>
            <a:pPr>
              <a:lnSpc>
                <a:spcPct val="100000"/>
              </a:lnSpc>
            </a:pPr>
            <a:endParaRPr lang="he-IL" sz="1000" dirty="0">
              <a:latin typeface="+mn-lt"/>
            </a:endParaRPr>
          </a:p>
        </p:txBody>
      </p:sp>
      <p:sp>
        <p:nvSpPr>
          <p:cNvPr id="2" name="מציין מיקום של כותרת תחתונה 1">
            <a:extLst>
              <a:ext uri="{FF2B5EF4-FFF2-40B4-BE49-F238E27FC236}">
                <a16:creationId xmlns:a16="http://schemas.microsoft.com/office/drawing/2014/main" id="{5593EDED-6B3B-5859-CF1A-44EE5160553E}"/>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5" name="מציין מיקום של מספר שקופית 4">
            <a:extLst>
              <a:ext uri="{FF2B5EF4-FFF2-40B4-BE49-F238E27FC236}">
                <a16:creationId xmlns:a16="http://schemas.microsoft.com/office/drawing/2014/main" id="{CDEA5F38-F8C3-55DC-A30C-3E7F95C2ED8C}"/>
              </a:ext>
            </a:extLst>
          </p:cNvPr>
          <p:cNvSpPr>
            <a:spLocks noGrp="1"/>
          </p:cNvSpPr>
          <p:nvPr>
            <p:ph type="sldNum" sz="quarter" idx="10"/>
          </p:nvPr>
        </p:nvSpPr>
        <p:spPr/>
        <p:txBody>
          <a:bodyPr/>
          <a:lstStyle/>
          <a:p>
            <a:fld id="{CDF03817-2923-4574-955C-5BC05054893F}" type="slidenum">
              <a:rPr lang="en-GB" smtClean="0">
                <a:solidFill>
                  <a:srgbClr val="002776"/>
                </a:solidFill>
              </a:rPr>
              <a:pPr/>
              <a:t>1</a:t>
            </a:fld>
            <a:endParaRPr lang="en-GB" dirty="0">
              <a:solidFill>
                <a:srgbClr val="002776"/>
              </a:solidFill>
            </a:endParaRPr>
          </a:p>
        </p:txBody>
      </p:sp>
      <p:pic>
        <p:nvPicPr>
          <p:cNvPr id="7" name="תמונה 6">
            <a:extLst>
              <a:ext uri="{FF2B5EF4-FFF2-40B4-BE49-F238E27FC236}">
                <a16:creationId xmlns:a16="http://schemas.microsoft.com/office/drawing/2014/main" id="{8926F058-AD56-ADAA-0738-A9341AE00DA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93517" y="405209"/>
            <a:ext cx="1974273" cy="1626990"/>
          </a:xfrm>
          <a:prstGeom prst="rect">
            <a:avLst/>
          </a:prstGeom>
        </p:spPr>
      </p:pic>
    </p:spTree>
    <p:extLst>
      <p:ext uri="{BB962C8B-B14F-4D97-AF65-F5344CB8AC3E}">
        <p14:creationId xmlns:p14="http://schemas.microsoft.com/office/powerpoint/2010/main" val="1795868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83377" y="777611"/>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1661195" y="715735"/>
            <a:ext cx="9785380" cy="630237"/>
          </a:xfrm>
        </p:spPr>
        <p:txBody>
          <a:bodyPr/>
          <a:lstStyle/>
          <a:p>
            <a:pPr algn="r"/>
            <a:r>
              <a:rPr lang="he-IL" sz="3200" dirty="0"/>
              <a:t>תשתית ארגונית של מניעת זיהומים:  </a:t>
            </a:r>
            <a:r>
              <a:rPr lang="he-IL" sz="2800" dirty="0">
                <a:solidFill>
                  <a:schemeClr val="accent1">
                    <a:lumMod val="60000"/>
                    <a:lumOff val="40000"/>
                  </a:schemeClr>
                </a:solidFill>
              </a:rPr>
              <a:t>מבנה היחידה/ המערך</a:t>
            </a:r>
            <a:endParaRPr lang="he-IL" sz="3200" dirty="0">
              <a:solidFill>
                <a:schemeClr val="accent1">
                  <a:lumMod val="60000"/>
                  <a:lumOff val="40000"/>
                </a:schemeClr>
              </a:solidFill>
            </a:endParaRPr>
          </a:p>
        </p:txBody>
      </p:sp>
      <p:sp>
        <p:nvSpPr>
          <p:cNvPr id="4" name="Content Placeholder 3"/>
          <p:cNvSpPr>
            <a:spLocks noGrp="1"/>
          </p:cNvSpPr>
          <p:nvPr>
            <p:ph idx="1"/>
          </p:nvPr>
        </p:nvSpPr>
        <p:spPr>
          <a:xfrm>
            <a:off x="1785257" y="1581015"/>
            <a:ext cx="9683520" cy="4724535"/>
          </a:xfrm>
        </p:spPr>
        <p:txBody>
          <a:bodyPr/>
          <a:lstStyle/>
          <a:p>
            <a:pPr algn="r" rtl="1"/>
            <a:r>
              <a:rPr lang="he-IL" sz="2000" b="1" dirty="0"/>
              <a:t>ממונה על מניעת זיהומים במוסד</a:t>
            </a:r>
          </a:p>
          <a:p>
            <a:pPr algn="r" rtl="1"/>
            <a:r>
              <a:rPr lang="he-IL" sz="1600" dirty="0"/>
              <a:t>רפואי : ד"ר משעלי , ד"ר לנדאו</a:t>
            </a:r>
          </a:p>
          <a:p>
            <a:pPr algn="r" rtl="1"/>
            <a:r>
              <a:rPr lang="he-IL" sz="1600" dirty="0"/>
              <a:t>סיעודי : וילנה </a:t>
            </a:r>
            <a:r>
              <a:rPr lang="he-IL" sz="1600" dirty="0" err="1"/>
              <a:t>שוידנקו</a:t>
            </a:r>
            <a:r>
              <a:rPr lang="he-IL" sz="1600" dirty="0"/>
              <a:t>, אירנה </a:t>
            </a:r>
            <a:r>
              <a:rPr lang="he-IL" sz="1600" dirty="0" err="1"/>
              <a:t>אוזליאנר</a:t>
            </a:r>
            <a:endParaRPr lang="he-IL" dirty="0"/>
          </a:p>
          <a:p>
            <a:pPr algn="r" rtl="1"/>
            <a:endParaRPr lang="he-IL" dirty="0"/>
          </a:p>
          <a:p>
            <a:pPr algn="r" rtl="1"/>
            <a:r>
              <a:rPr lang="he-IL" sz="2000" b="1" dirty="0"/>
              <a:t>וועדה מוסדית למניעת זיהומים- </a:t>
            </a:r>
          </a:p>
          <a:p>
            <a:pPr algn="r" rtl="1"/>
            <a:r>
              <a:rPr lang="he-IL" u="sng" dirty="0"/>
              <a:t>יו"ר: </a:t>
            </a:r>
            <a:r>
              <a:rPr lang="he-IL" sz="1600" dirty="0"/>
              <a:t>ד"ר משעלי ו ד"ר לנדאו</a:t>
            </a:r>
          </a:p>
          <a:p>
            <a:pPr algn="r" rtl="1"/>
            <a:r>
              <a:rPr lang="he-IL" u="sng" dirty="0"/>
              <a:t>משתתפים: </a:t>
            </a:r>
            <a:r>
              <a:rPr lang="he-IL" sz="1600" dirty="0"/>
              <a:t>משרד אחות ראשית, אחראית זיהומים מוסדית , רופא מנהל זיהומים ,  רוקח, מזכירה ומנהל אדמיניסטרטיבי. </a:t>
            </a:r>
          </a:p>
          <a:p>
            <a:pPr algn="r" rtl="1"/>
            <a:r>
              <a:rPr lang="he-IL" u="sng" dirty="0"/>
              <a:t>תדירות הפגישות: </a:t>
            </a:r>
            <a:r>
              <a:rPr lang="he-IL" sz="1600" dirty="0"/>
              <a:t>רבעוני</a:t>
            </a:r>
          </a:p>
          <a:p>
            <a:pPr algn="r" rtl="1"/>
            <a:r>
              <a:rPr lang="he-IL" sz="1600" dirty="0"/>
              <a:t>נושאים שנדונו לשנת 2022: *חיסוני שפעת והיערכות לגל משולב , *עדכון נוהל זיהומים חדש , * מדיניות סיקור ולשליחת בדיקות מעבדה ורגישויות דרך מערכת ממוחשבת *היערכות לקראת בקרה בפברואר 23, *שימוש מושכל באנטיביוטיקה, *בריאות העובד – חיסוני שפעת ואומיקרון.</a:t>
            </a:r>
          </a:p>
          <a:p>
            <a:pPr algn="r" rtl="1"/>
            <a:r>
              <a:rPr lang="en-US" dirty="0"/>
              <a:t> </a:t>
            </a:r>
            <a:r>
              <a:rPr lang="he-IL" sz="2000" b="1" dirty="0"/>
              <a:t>בריאות עובד </a:t>
            </a:r>
            <a:r>
              <a:rPr lang="he-IL" dirty="0"/>
              <a:t>- </a:t>
            </a:r>
            <a:r>
              <a:rPr lang="he-IL" sz="1600" dirty="0"/>
              <a:t>חיסוני חובה לעובדים, חיסוני שפעת , חיסוני אומיקרון , בדיקות תקופתיות </a:t>
            </a:r>
            <a:r>
              <a:rPr lang="en-US" sz="1600" dirty="0"/>
              <a:t>COVID 19</a:t>
            </a:r>
            <a:r>
              <a:rPr lang="he-IL" sz="1600" dirty="0"/>
              <a:t>, תיעוד וניתוח אירועי דקירות ממכשירים חדים, עדכוני נהלים .</a:t>
            </a:r>
          </a:p>
          <a:p>
            <a:pPr algn="r" rtl="1"/>
            <a:r>
              <a:rPr lang="en-US" dirty="0"/>
              <a:t> </a:t>
            </a:r>
            <a:r>
              <a:rPr lang="he-IL" sz="2000" b="1" dirty="0"/>
              <a:t>בדיקות תקופתיות חיצוני </a:t>
            </a:r>
            <a:r>
              <a:rPr lang="he-IL" dirty="0"/>
              <a:t>– </a:t>
            </a:r>
            <a:r>
              <a:rPr lang="he-IL" dirty="0">
                <a:solidFill>
                  <a:srgbClr val="FF0000"/>
                </a:solidFill>
              </a:rPr>
              <a:t>נתונים נמצאים במחלקת אחזקה </a:t>
            </a:r>
            <a:r>
              <a:rPr lang="en-US" dirty="0"/>
              <a:t>- </a:t>
            </a:r>
            <a:r>
              <a:rPr lang="he-IL" dirty="0"/>
              <a:t>תברואן</a:t>
            </a:r>
          </a:p>
          <a:p>
            <a:pPr algn="r" rtl="1"/>
            <a:endParaRPr lang="he-IL" dirty="0"/>
          </a:p>
          <a:p>
            <a:pPr algn="r"/>
            <a:endParaRPr lang="he-IL" dirty="0"/>
          </a:p>
        </p:txBody>
      </p:sp>
      <p:sp>
        <p:nvSpPr>
          <p:cNvPr id="5" name="מציין מיקום של כותרת תחתונה 4">
            <a:extLst>
              <a:ext uri="{FF2B5EF4-FFF2-40B4-BE49-F238E27FC236}">
                <a16:creationId xmlns:a16="http://schemas.microsoft.com/office/drawing/2014/main" id="{0D81CA2D-6F1C-7D8E-2572-F485CCB0FAA2}"/>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6" name="מציין מיקום של מספר שקופית 5">
            <a:extLst>
              <a:ext uri="{FF2B5EF4-FFF2-40B4-BE49-F238E27FC236}">
                <a16:creationId xmlns:a16="http://schemas.microsoft.com/office/drawing/2014/main" id="{0556454E-BBD2-B4A7-52AD-4D684E0B8C84}"/>
              </a:ext>
            </a:extLst>
          </p:cNvPr>
          <p:cNvSpPr>
            <a:spLocks noGrp="1"/>
          </p:cNvSpPr>
          <p:nvPr>
            <p:ph type="sldNum" sz="quarter" idx="10"/>
          </p:nvPr>
        </p:nvSpPr>
        <p:spPr/>
        <p:txBody>
          <a:bodyPr/>
          <a:lstStyle/>
          <a:p>
            <a:fld id="{1FD32C8D-3C3C-4A9C-83E3-1121F7D962C2}" type="slidenum">
              <a:rPr lang="en-GB" smtClean="0">
                <a:solidFill>
                  <a:srgbClr val="002776"/>
                </a:solidFill>
              </a:rPr>
              <a:pPr/>
              <a:t>2</a:t>
            </a:fld>
            <a:endParaRPr lang="en-GB" dirty="0">
              <a:solidFill>
                <a:srgbClr val="002776"/>
              </a:solidFill>
            </a:endParaRPr>
          </a:p>
        </p:txBody>
      </p:sp>
      <p:pic>
        <p:nvPicPr>
          <p:cNvPr id="7" name="תמונה 6">
            <a:extLst>
              <a:ext uri="{FF2B5EF4-FFF2-40B4-BE49-F238E27FC236}">
                <a16:creationId xmlns:a16="http://schemas.microsoft.com/office/drawing/2014/main" id="{13619D0B-1293-28D6-99E9-B425F2F4A593}"/>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38269" y="55912"/>
            <a:ext cx="1371899" cy="1319646"/>
          </a:xfrm>
          <a:prstGeom prst="rect">
            <a:avLst/>
          </a:prstGeom>
        </p:spPr>
      </p:pic>
    </p:spTree>
    <p:extLst>
      <p:ext uri="{BB962C8B-B14F-4D97-AF65-F5344CB8AC3E}">
        <p14:creationId xmlns:p14="http://schemas.microsoft.com/office/powerpoint/2010/main" val="2919761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83377" y="777611"/>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1716059" y="932224"/>
            <a:ext cx="9785380" cy="630237"/>
          </a:xfrm>
        </p:spPr>
        <p:txBody>
          <a:bodyPr/>
          <a:lstStyle/>
          <a:p>
            <a:pPr algn="ctr"/>
            <a:r>
              <a:rPr lang="he-IL" sz="3200" dirty="0"/>
              <a:t>הצגת המרכז הגריאטרי</a:t>
            </a:r>
            <a:endParaRPr lang="he-IL" sz="3200" dirty="0">
              <a:solidFill>
                <a:schemeClr val="accent1">
                  <a:lumMod val="60000"/>
                  <a:lumOff val="40000"/>
                </a:schemeClr>
              </a:solidFill>
            </a:endParaRPr>
          </a:p>
        </p:txBody>
      </p:sp>
      <p:sp>
        <p:nvSpPr>
          <p:cNvPr id="4" name="Content Placeholder 3"/>
          <p:cNvSpPr>
            <a:spLocks noGrp="1"/>
          </p:cNvSpPr>
          <p:nvPr>
            <p:ph idx="1"/>
          </p:nvPr>
        </p:nvSpPr>
        <p:spPr>
          <a:xfrm>
            <a:off x="1785257" y="1581015"/>
            <a:ext cx="9683520" cy="4997915"/>
          </a:xfrm>
        </p:spPr>
        <p:txBody>
          <a:bodyPr>
            <a:normAutofit lnSpcReduction="10000"/>
          </a:bodyPr>
          <a:lstStyle/>
          <a:p>
            <a:pPr algn="r" rtl="1"/>
            <a:r>
              <a:rPr lang="he-IL" dirty="0"/>
              <a:t>שיוך ניהולי: מר"ג עמותה ציבורית </a:t>
            </a:r>
          </a:p>
          <a:p>
            <a:pPr algn="r" rtl="1"/>
            <a:r>
              <a:rPr lang="he-IL" dirty="0"/>
              <a:t>מספר מטופלים: </a:t>
            </a:r>
            <a:r>
              <a:rPr lang="en-US" dirty="0"/>
              <a:t> 289</a:t>
            </a:r>
            <a:r>
              <a:rPr lang="he-IL"/>
              <a:t>נכון ליום 27.2.23</a:t>
            </a:r>
            <a:endParaRPr lang="he-IL" dirty="0"/>
          </a:p>
          <a:p>
            <a:pPr algn="r" rtl="1"/>
            <a:r>
              <a:rPr lang="he-IL" dirty="0"/>
              <a:t>הרכב מטופלים:</a:t>
            </a:r>
          </a:p>
          <a:p>
            <a:pPr algn="r" rtl="1"/>
            <a:endParaRPr lang="he-IL" dirty="0"/>
          </a:p>
          <a:p>
            <a:pPr algn="r" rtl="1"/>
            <a:endParaRPr lang="he-IL" dirty="0"/>
          </a:p>
          <a:p>
            <a:pPr algn="r" rtl="1"/>
            <a:endParaRPr lang="he-IL" dirty="0"/>
          </a:p>
          <a:p>
            <a:pPr algn="r" rtl="1"/>
            <a:endParaRPr lang="he-IL" dirty="0"/>
          </a:p>
          <a:p>
            <a:pPr algn="r" rtl="1"/>
            <a:endParaRPr lang="he-IL" dirty="0"/>
          </a:p>
          <a:p>
            <a:pPr algn="r" rtl="1"/>
            <a:endParaRPr lang="he-IL" dirty="0"/>
          </a:p>
          <a:p>
            <a:pPr algn="r" rtl="1"/>
            <a:endParaRPr lang="he-IL" dirty="0"/>
          </a:p>
          <a:p>
            <a:pPr algn="r" rtl="1"/>
            <a:endParaRPr lang="he-IL" dirty="0"/>
          </a:p>
          <a:p>
            <a:pPr algn="r" rtl="1"/>
            <a:endParaRPr lang="he-IL" dirty="0"/>
          </a:p>
          <a:p>
            <a:pPr algn="r" rtl="1"/>
            <a:r>
              <a:rPr lang="he-IL" dirty="0"/>
              <a:t>      שרות מעבדה מיקרוביולוגית כן לפי שייכות לקופות , ומעבדת בי"ח קפלן.</a:t>
            </a:r>
          </a:p>
          <a:p>
            <a:pPr algn="r" rtl="1"/>
            <a:endParaRPr lang="he-IL" dirty="0"/>
          </a:p>
          <a:p>
            <a:pPr algn="r" rtl="1"/>
            <a:endParaRPr lang="he-IL" dirty="0"/>
          </a:p>
          <a:p>
            <a:pPr algn="r" rtl="1"/>
            <a:r>
              <a:rPr lang="he-IL" dirty="0"/>
              <a:t> </a:t>
            </a:r>
          </a:p>
        </p:txBody>
      </p:sp>
      <p:graphicFrame>
        <p:nvGraphicFramePr>
          <p:cNvPr id="5" name="טבלה 4"/>
          <p:cNvGraphicFramePr>
            <a:graphicFrameLocks noGrp="1"/>
          </p:cNvGraphicFramePr>
          <p:nvPr/>
        </p:nvGraphicFramePr>
        <p:xfrm>
          <a:off x="1855872" y="2768137"/>
          <a:ext cx="9514800" cy="3599414"/>
        </p:xfrm>
        <a:graphic>
          <a:graphicData uri="http://schemas.openxmlformats.org/drawingml/2006/table">
            <a:tbl>
              <a:tblPr rtl="1" firstRow="1" bandRow="1">
                <a:tableStyleId>{5C22544A-7EE6-4342-B048-85BDC9FD1C3A}</a:tableStyleId>
              </a:tblPr>
              <a:tblGrid>
                <a:gridCol w="2378700">
                  <a:extLst>
                    <a:ext uri="{9D8B030D-6E8A-4147-A177-3AD203B41FA5}">
                      <a16:colId xmlns:a16="http://schemas.microsoft.com/office/drawing/2014/main" val="1413330085"/>
                    </a:ext>
                  </a:extLst>
                </a:gridCol>
                <a:gridCol w="2378700">
                  <a:extLst>
                    <a:ext uri="{9D8B030D-6E8A-4147-A177-3AD203B41FA5}">
                      <a16:colId xmlns:a16="http://schemas.microsoft.com/office/drawing/2014/main" val="585847562"/>
                    </a:ext>
                  </a:extLst>
                </a:gridCol>
                <a:gridCol w="2378700">
                  <a:extLst>
                    <a:ext uri="{9D8B030D-6E8A-4147-A177-3AD203B41FA5}">
                      <a16:colId xmlns:a16="http://schemas.microsoft.com/office/drawing/2014/main" val="169116373"/>
                    </a:ext>
                  </a:extLst>
                </a:gridCol>
                <a:gridCol w="2378700">
                  <a:extLst>
                    <a:ext uri="{9D8B030D-6E8A-4147-A177-3AD203B41FA5}">
                      <a16:colId xmlns:a16="http://schemas.microsoft.com/office/drawing/2014/main" val="91659897"/>
                    </a:ext>
                  </a:extLst>
                </a:gridCol>
              </a:tblGrid>
              <a:tr h="394326">
                <a:tc>
                  <a:txBody>
                    <a:bodyPr/>
                    <a:lstStyle/>
                    <a:p>
                      <a:pPr algn="ctr" rtl="1"/>
                      <a:r>
                        <a:rPr lang="he-IL" dirty="0"/>
                        <a:t>סטטוס</a:t>
                      </a:r>
                      <a:r>
                        <a:rPr lang="he-IL" baseline="0" dirty="0"/>
                        <a:t> מחלקה</a:t>
                      </a:r>
                      <a:endParaRPr lang="he-IL" dirty="0"/>
                    </a:p>
                  </a:txBody>
                  <a:tcPr/>
                </a:tc>
                <a:tc>
                  <a:txBody>
                    <a:bodyPr/>
                    <a:lstStyle/>
                    <a:p>
                      <a:pPr algn="ctr" rtl="1"/>
                      <a:r>
                        <a:rPr lang="he-IL" dirty="0"/>
                        <a:t>מספר מטופלים</a:t>
                      </a:r>
                    </a:p>
                  </a:txBody>
                  <a:tcPr/>
                </a:tc>
                <a:tc>
                  <a:txBody>
                    <a:bodyPr/>
                    <a:lstStyle/>
                    <a:p>
                      <a:pPr algn="ctr" rtl="1"/>
                      <a:r>
                        <a:rPr lang="he-IL" dirty="0"/>
                        <a:t>מספר מחלקות</a:t>
                      </a:r>
                    </a:p>
                  </a:txBody>
                  <a:tcPr/>
                </a:tc>
                <a:tc>
                  <a:txBody>
                    <a:bodyPr/>
                    <a:lstStyle/>
                    <a:p>
                      <a:pPr algn="ctr" rtl="1"/>
                      <a:r>
                        <a:rPr lang="he-IL" dirty="0"/>
                        <a:t>הערות</a:t>
                      </a:r>
                    </a:p>
                  </a:txBody>
                  <a:tcPr/>
                </a:tc>
                <a:extLst>
                  <a:ext uri="{0D108BD9-81ED-4DB2-BD59-A6C34878D82A}">
                    <a16:rowId xmlns:a16="http://schemas.microsoft.com/office/drawing/2014/main" val="2452660558"/>
                  </a:ext>
                </a:extLst>
              </a:tr>
              <a:tr h="400636">
                <a:tc>
                  <a:txBody>
                    <a:bodyPr/>
                    <a:lstStyle/>
                    <a:p>
                      <a:pPr algn="r" rtl="1"/>
                      <a:r>
                        <a:rPr lang="he-IL" dirty="0"/>
                        <a:t>הנשמה ממושכת</a:t>
                      </a:r>
                    </a:p>
                  </a:txBody>
                  <a:tcPr/>
                </a:tc>
                <a:tc>
                  <a:txBody>
                    <a:bodyPr/>
                    <a:lstStyle/>
                    <a:p>
                      <a:pPr algn="r" rtl="1"/>
                      <a:r>
                        <a:rPr lang="en-US" dirty="0"/>
                        <a:t>112</a:t>
                      </a:r>
                      <a:endParaRPr lang="he-IL" dirty="0"/>
                    </a:p>
                  </a:txBody>
                  <a:tcPr/>
                </a:tc>
                <a:tc>
                  <a:txBody>
                    <a:bodyPr/>
                    <a:lstStyle/>
                    <a:p>
                      <a:pPr algn="r" rtl="1"/>
                      <a:r>
                        <a:rPr lang="he-IL" dirty="0"/>
                        <a:t>3</a:t>
                      </a:r>
                    </a:p>
                  </a:txBody>
                  <a:tcPr/>
                </a:tc>
                <a:tc>
                  <a:txBody>
                    <a:bodyPr/>
                    <a:lstStyle/>
                    <a:p>
                      <a:pPr algn="r" rtl="1"/>
                      <a:endParaRPr lang="he-IL" dirty="0"/>
                    </a:p>
                  </a:txBody>
                  <a:tcPr/>
                </a:tc>
                <a:extLst>
                  <a:ext uri="{0D108BD9-81ED-4DB2-BD59-A6C34878D82A}">
                    <a16:rowId xmlns:a16="http://schemas.microsoft.com/office/drawing/2014/main" val="1782029990"/>
                  </a:ext>
                </a:extLst>
              </a:tr>
              <a:tr h="400636">
                <a:tc>
                  <a:txBody>
                    <a:bodyPr/>
                    <a:lstStyle/>
                    <a:p>
                      <a:pPr algn="r" rtl="1"/>
                      <a:r>
                        <a:rPr lang="he-IL" dirty="0"/>
                        <a:t>סיעוד מורכב</a:t>
                      </a:r>
                    </a:p>
                  </a:txBody>
                  <a:tcPr/>
                </a:tc>
                <a:tc>
                  <a:txBody>
                    <a:bodyPr/>
                    <a:lstStyle/>
                    <a:p>
                      <a:pPr algn="r" rtl="1"/>
                      <a:r>
                        <a:rPr lang="en-US" dirty="0">
                          <a:highlight>
                            <a:srgbClr val="FFFF00"/>
                          </a:highlight>
                        </a:rPr>
                        <a:t>38</a:t>
                      </a:r>
                      <a:endParaRPr lang="he-IL" dirty="0">
                        <a:highlight>
                          <a:srgbClr val="FFFF00"/>
                        </a:highlight>
                      </a:endParaRPr>
                    </a:p>
                  </a:txBody>
                  <a:tcPr/>
                </a:tc>
                <a:tc>
                  <a:txBody>
                    <a:bodyPr/>
                    <a:lstStyle/>
                    <a:p>
                      <a:pPr algn="r" rtl="1"/>
                      <a:r>
                        <a:rPr lang="he-IL" dirty="0"/>
                        <a:t>1</a:t>
                      </a:r>
                    </a:p>
                  </a:txBody>
                  <a:tcPr/>
                </a:tc>
                <a:tc>
                  <a:txBody>
                    <a:bodyPr/>
                    <a:lstStyle/>
                    <a:p>
                      <a:pPr algn="r" rtl="1"/>
                      <a:endParaRPr lang="he-IL" dirty="0"/>
                    </a:p>
                  </a:txBody>
                  <a:tcPr/>
                </a:tc>
                <a:extLst>
                  <a:ext uri="{0D108BD9-81ED-4DB2-BD59-A6C34878D82A}">
                    <a16:rowId xmlns:a16="http://schemas.microsoft.com/office/drawing/2014/main" val="1642302403"/>
                  </a:ext>
                </a:extLst>
              </a:tr>
              <a:tr h="400636">
                <a:tc>
                  <a:txBody>
                    <a:bodyPr/>
                    <a:lstStyle/>
                    <a:p>
                      <a:pPr algn="r" rtl="1"/>
                      <a:r>
                        <a:rPr lang="he-IL" dirty="0"/>
                        <a:t>שיקום גריאטרי</a:t>
                      </a:r>
                    </a:p>
                  </a:txBody>
                  <a:tcPr/>
                </a:tc>
                <a:tc>
                  <a:txBody>
                    <a:bodyPr/>
                    <a:lstStyle/>
                    <a:p>
                      <a:pPr algn="r" rtl="1"/>
                      <a:r>
                        <a:rPr lang="en-US" dirty="0">
                          <a:highlight>
                            <a:srgbClr val="FFFF00"/>
                          </a:highlight>
                        </a:rPr>
                        <a:t>71</a:t>
                      </a:r>
                      <a:endParaRPr lang="he-IL" dirty="0">
                        <a:highlight>
                          <a:srgbClr val="FFFF00"/>
                        </a:highlight>
                      </a:endParaRPr>
                    </a:p>
                  </a:txBody>
                  <a:tcPr/>
                </a:tc>
                <a:tc>
                  <a:txBody>
                    <a:bodyPr/>
                    <a:lstStyle/>
                    <a:p>
                      <a:pPr algn="r" rtl="1"/>
                      <a:r>
                        <a:rPr lang="he-IL" dirty="0"/>
                        <a:t>2</a:t>
                      </a:r>
                    </a:p>
                  </a:txBody>
                  <a:tcPr/>
                </a:tc>
                <a:tc>
                  <a:txBody>
                    <a:bodyPr/>
                    <a:lstStyle/>
                    <a:p>
                      <a:pPr algn="r" rtl="1"/>
                      <a:endParaRPr lang="he-IL" dirty="0"/>
                    </a:p>
                  </a:txBody>
                  <a:tcPr/>
                </a:tc>
                <a:extLst>
                  <a:ext uri="{0D108BD9-81ED-4DB2-BD59-A6C34878D82A}">
                    <a16:rowId xmlns:a16="http://schemas.microsoft.com/office/drawing/2014/main" val="2702099287"/>
                  </a:ext>
                </a:extLst>
              </a:tr>
              <a:tr h="400636">
                <a:tc>
                  <a:txBody>
                    <a:bodyPr/>
                    <a:lstStyle/>
                    <a:p>
                      <a:pPr algn="r" rtl="1"/>
                      <a:r>
                        <a:rPr lang="he-IL" dirty="0"/>
                        <a:t>תת חריף</a:t>
                      </a:r>
                    </a:p>
                  </a:txBody>
                  <a:tcPr/>
                </a:tc>
                <a:tc>
                  <a:txBody>
                    <a:bodyPr/>
                    <a:lstStyle/>
                    <a:p>
                      <a:pPr algn="r" rtl="1"/>
                      <a:r>
                        <a:rPr lang="he-IL" dirty="0">
                          <a:highlight>
                            <a:srgbClr val="FFFF00"/>
                          </a:highlight>
                        </a:rPr>
                        <a:t>אין</a:t>
                      </a:r>
                    </a:p>
                  </a:txBody>
                  <a:tcPr/>
                </a:tc>
                <a:tc>
                  <a:txBody>
                    <a:bodyPr/>
                    <a:lstStyle/>
                    <a:p>
                      <a:pPr algn="r" rtl="1"/>
                      <a:r>
                        <a:rPr lang="he-IL" dirty="0"/>
                        <a:t>0</a:t>
                      </a:r>
                    </a:p>
                  </a:txBody>
                  <a:tcPr/>
                </a:tc>
                <a:tc>
                  <a:txBody>
                    <a:bodyPr/>
                    <a:lstStyle/>
                    <a:p>
                      <a:pPr algn="r" rtl="1"/>
                      <a:endParaRPr lang="he-IL" dirty="0"/>
                    </a:p>
                  </a:txBody>
                  <a:tcPr/>
                </a:tc>
                <a:extLst>
                  <a:ext uri="{0D108BD9-81ED-4DB2-BD59-A6C34878D82A}">
                    <a16:rowId xmlns:a16="http://schemas.microsoft.com/office/drawing/2014/main" val="60336800"/>
                  </a:ext>
                </a:extLst>
              </a:tr>
              <a:tr h="400636">
                <a:tc>
                  <a:txBody>
                    <a:bodyPr/>
                    <a:lstStyle/>
                    <a:p>
                      <a:pPr algn="r" rtl="1"/>
                      <a:r>
                        <a:rPr lang="he-IL" dirty="0"/>
                        <a:t>אחר</a:t>
                      </a:r>
                      <a:r>
                        <a:rPr lang="he-IL" baseline="0" dirty="0"/>
                        <a:t> (פרט) סיעודית</a:t>
                      </a:r>
                      <a:endParaRPr lang="he-IL" dirty="0"/>
                    </a:p>
                  </a:txBody>
                  <a:tcPr/>
                </a:tc>
                <a:tc>
                  <a:txBody>
                    <a:bodyPr/>
                    <a:lstStyle/>
                    <a:p>
                      <a:pPr algn="r" rtl="1"/>
                      <a:r>
                        <a:rPr lang="en-US" dirty="0">
                          <a:highlight>
                            <a:srgbClr val="FFFF00"/>
                          </a:highlight>
                        </a:rPr>
                        <a:t>38</a:t>
                      </a:r>
                      <a:endParaRPr lang="he-IL" dirty="0">
                        <a:highlight>
                          <a:srgbClr val="FFFF00"/>
                        </a:highlight>
                      </a:endParaRPr>
                    </a:p>
                  </a:txBody>
                  <a:tcPr/>
                </a:tc>
                <a:tc>
                  <a:txBody>
                    <a:bodyPr/>
                    <a:lstStyle/>
                    <a:p>
                      <a:pPr algn="r" rtl="1"/>
                      <a:r>
                        <a:rPr lang="he-IL" dirty="0"/>
                        <a:t>1</a:t>
                      </a:r>
                    </a:p>
                  </a:txBody>
                  <a:tcPr/>
                </a:tc>
                <a:tc>
                  <a:txBody>
                    <a:bodyPr/>
                    <a:lstStyle/>
                    <a:p>
                      <a:pPr algn="r" rtl="1"/>
                      <a:endParaRPr lang="he-IL" dirty="0"/>
                    </a:p>
                  </a:txBody>
                  <a:tcPr/>
                </a:tc>
                <a:extLst>
                  <a:ext uri="{0D108BD9-81ED-4DB2-BD59-A6C34878D82A}">
                    <a16:rowId xmlns:a16="http://schemas.microsoft.com/office/drawing/2014/main" val="3435447281"/>
                  </a:ext>
                </a:extLst>
              </a:tr>
              <a:tr h="400636">
                <a:tc>
                  <a:txBody>
                    <a:bodyPr/>
                    <a:lstStyle/>
                    <a:p>
                      <a:pPr algn="r" rtl="1"/>
                      <a:r>
                        <a:rPr lang="he-IL" dirty="0"/>
                        <a:t>אחר (פרט) </a:t>
                      </a:r>
                      <a:r>
                        <a:rPr lang="he-IL" dirty="0" err="1"/>
                        <a:t>תשושי</a:t>
                      </a:r>
                      <a:r>
                        <a:rPr lang="he-IL" dirty="0"/>
                        <a:t> נפש</a:t>
                      </a:r>
                    </a:p>
                  </a:txBody>
                  <a:tcPr/>
                </a:tc>
                <a:tc>
                  <a:txBody>
                    <a:bodyPr/>
                    <a:lstStyle/>
                    <a:p>
                      <a:pPr algn="r" rtl="1"/>
                      <a:r>
                        <a:rPr lang="en-US" dirty="0">
                          <a:highlight>
                            <a:srgbClr val="FFFF00"/>
                          </a:highlight>
                        </a:rPr>
                        <a:t>30</a:t>
                      </a:r>
                      <a:endParaRPr lang="he-IL" dirty="0">
                        <a:highlight>
                          <a:srgbClr val="FFFF00"/>
                        </a:highlight>
                      </a:endParaRPr>
                    </a:p>
                  </a:txBody>
                  <a:tcPr/>
                </a:tc>
                <a:tc>
                  <a:txBody>
                    <a:bodyPr/>
                    <a:lstStyle/>
                    <a:p>
                      <a:pPr algn="r" rtl="1"/>
                      <a:r>
                        <a:rPr lang="he-IL" dirty="0"/>
                        <a:t>1</a:t>
                      </a:r>
                    </a:p>
                  </a:txBody>
                  <a:tcPr/>
                </a:tc>
                <a:tc>
                  <a:txBody>
                    <a:bodyPr/>
                    <a:lstStyle/>
                    <a:p>
                      <a:pPr algn="r" rtl="1"/>
                      <a:endParaRPr lang="he-IL" dirty="0"/>
                    </a:p>
                  </a:txBody>
                  <a:tcPr/>
                </a:tc>
                <a:extLst>
                  <a:ext uri="{0D108BD9-81ED-4DB2-BD59-A6C34878D82A}">
                    <a16:rowId xmlns:a16="http://schemas.microsoft.com/office/drawing/2014/main" val="1313389457"/>
                  </a:ext>
                </a:extLst>
              </a:tr>
              <a:tr h="400636">
                <a:tc>
                  <a:txBody>
                    <a:bodyPr/>
                    <a:lstStyle/>
                    <a:p>
                      <a:pPr algn="r" rtl="1"/>
                      <a:r>
                        <a:rPr lang="he-IL" dirty="0"/>
                        <a:t>אחר (פרט) _________</a:t>
                      </a:r>
                    </a:p>
                  </a:txBody>
                  <a:tcPr/>
                </a:tc>
                <a:tc>
                  <a:txBody>
                    <a:bodyPr/>
                    <a:lstStyle/>
                    <a:p>
                      <a:pPr algn="r" rtl="1"/>
                      <a:endParaRPr lang="he-IL" dirty="0"/>
                    </a:p>
                  </a:txBody>
                  <a:tcPr/>
                </a:tc>
                <a:tc>
                  <a:txBody>
                    <a:bodyPr/>
                    <a:lstStyle/>
                    <a:p>
                      <a:pPr algn="r" rtl="1"/>
                      <a:endParaRPr lang="he-IL" dirty="0"/>
                    </a:p>
                  </a:txBody>
                  <a:tcPr/>
                </a:tc>
                <a:tc>
                  <a:txBody>
                    <a:bodyPr/>
                    <a:lstStyle/>
                    <a:p>
                      <a:pPr algn="r" rtl="1"/>
                      <a:endParaRPr lang="he-IL" dirty="0"/>
                    </a:p>
                  </a:txBody>
                  <a:tcPr/>
                </a:tc>
                <a:extLst>
                  <a:ext uri="{0D108BD9-81ED-4DB2-BD59-A6C34878D82A}">
                    <a16:rowId xmlns:a16="http://schemas.microsoft.com/office/drawing/2014/main" val="2962800541"/>
                  </a:ext>
                </a:extLst>
              </a:tr>
              <a:tr h="400636">
                <a:tc>
                  <a:txBody>
                    <a:bodyPr/>
                    <a:lstStyle/>
                    <a:p>
                      <a:pPr algn="r" rtl="1"/>
                      <a:r>
                        <a:rPr lang="he-IL" dirty="0"/>
                        <a:t>אחר (פרט) _________</a:t>
                      </a:r>
                    </a:p>
                  </a:txBody>
                  <a:tcPr/>
                </a:tc>
                <a:tc>
                  <a:txBody>
                    <a:bodyPr/>
                    <a:lstStyle/>
                    <a:p>
                      <a:pPr algn="r" rtl="1"/>
                      <a:endParaRPr lang="he-IL" dirty="0"/>
                    </a:p>
                  </a:txBody>
                  <a:tcPr/>
                </a:tc>
                <a:tc>
                  <a:txBody>
                    <a:bodyPr/>
                    <a:lstStyle/>
                    <a:p>
                      <a:pPr algn="r" rtl="1"/>
                      <a:endParaRPr lang="he-IL" dirty="0"/>
                    </a:p>
                  </a:txBody>
                  <a:tcPr/>
                </a:tc>
                <a:tc>
                  <a:txBody>
                    <a:bodyPr/>
                    <a:lstStyle/>
                    <a:p>
                      <a:pPr algn="r" rtl="1"/>
                      <a:endParaRPr lang="he-IL" dirty="0"/>
                    </a:p>
                  </a:txBody>
                  <a:tcPr/>
                </a:tc>
                <a:extLst>
                  <a:ext uri="{0D108BD9-81ED-4DB2-BD59-A6C34878D82A}">
                    <a16:rowId xmlns:a16="http://schemas.microsoft.com/office/drawing/2014/main" val="3951975306"/>
                  </a:ext>
                </a:extLst>
              </a:tr>
            </a:tbl>
          </a:graphicData>
        </a:graphic>
      </p:graphicFrame>
      <p:sp>
        <p:nvSpPr>
          <p:cNvPr id="6" name="מציין מיקום של כותרת תחתונה 5">
            <a:extLst>
              <a:ext uri="{FF2B5EF4-FFF2-40B4-BE49-F238E27FC236}">
                <a16:creationId xmlns:a16="http://schemas.microsoft.com/office/drawing/2014/main" id="{A735CD20-9100-2705-D94A-E6DFE77860C1}"/>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7" name="מציין מיקום של מספר שקופית 6">
            <a:extLst>
              <a:ext uri="{FF2B5EF4-FFF2-40B4-BE49-F238E27FC236}">
                <a16:creationId xmlns:a16="http://schemas.microsoft.com/office/drawing/2014/main" id="{4C9136A4-B5BE-B1DC-D181-ED7D2A4C9E18}"/>
              </a:ext>
            </a:extLst>
          </p:cNvPr>
          <p:cNvSpPr>
            <a:spLocks noGrp="1"/>
          </p:cNvSpPr>
          <p:nvPr>
            <p:ph type="sldNum" sz="quarter" idx="10"/>
          </p:nvPr>
        </p:nvSpPr>
        <p:spPr/>
        <p:txBody>
          <a:bodyPr/>
          <a:lstStyle/>
          <a:p>
            <a:fld id="{1FD32C8D-3C3C-4A9C-83E3-1121F7D962C2}" type="slidenum">
              <a:rPr lang="en-GB" smtClean="0">
                <a:solidFill>
                  <a:srgbClr val="002776"/>
                </a:solidFill>
              </a:rPr>
              <a:pPr/>
              <a:t>3</a:t>
            </a:fld>
            <a:endParaRPr lang="en-GB" dirty="0">
              <a:solidFill>
                <a:srgbClr val="002776"/>
              </a:solidFill>
            </a:endParaRPr>
          </a:p>
        </p:txBody>
      </p:sp>
      <p:pic>
        <p:nvPicPr>
          <p:cNvPr id="8" name="תמונה 7">
            <a:extLst>
              <a:ext uri="{FF2B5EF4-FFF2-40B4-BE49-F238E27FC236}">
                <a16:creationId xmlns:a16="http://schemas.microsoft.com/office/drawing/2014/main" id="{E7F05B88-D92E-F105-5074-825883B5F4B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69584" y="160333"/>
            <a:ext cx="1150478" cy="1454727"/>
          </a:xfrm>
          <a:prstGeom prst="rect">
            <a:avLst/>
          </a:prstGeom>
        </p:spPr>
      </p:pic>
    </p:spTree>
    <p:extLst>
      <p:ext uri="{BB962C8B-B14F-4D97-AF65-F5344CB8AC3E}">
        <p14:creationId xmlns:p14="http://schemas.microsoft.com/office/powerpoint/2010/main" val="405388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83377" y="777611"/>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2848671" y="160334"/>
            <a:ext cx="8594688" cy="707414"/>
          </a:xfrm>
        </p:spPr>
        <p:txBody>
          <a:bodyPr/>
          <a:lstStyle/>
          <a:p>
            <a:pPr algn="r"/>
            <a:r>
              <a:rPr lang="he-IL" sz="3200" dirty="0"/>
              <a:t>התערבות ויישום: פעילות בנושא היגיינת ידיים </a:t>
            </a:r>
            <a:endParaRPr lang="he-IL" sz="2800" dirty="0">
              <a:solidFill>
                <a:schemeClr val="accent1">
                  <a:lumMod val="60000"/>
                  <a:lumOff val="40000"/>
                </a:schemeClr>
              </a:solidFill>
            </a:endParaRPr>
          </a:p>
        </p:txBody>
      </p:sp>
      <p:sp>
        <p:nvSpPr>
          <p:cNvPr id="4" name="Content Placeholder 3"/>
          <p:cNvSpPr>
            <a:spLocks noGrp="1"/>
          </p:cNvSpPr>
          <p:nvPr>
            <p:ph idx="1"/>
          </p:nvPr>
        </p:nvSpPr>
        <p:spPr>
          <a:xfrm>
            <a:off x="1240971" y="1026681"/>
            <a:ext cx="10282708" cy="5646541"/>
          </a:xfrm>
        </p:spPr>
        <p:txBody>
          <a:bodyPr/>
          <a:lstStyle/>
          <a:p>
            <a:pPr marL="457200" indent="-457200" algn="r" rtl="1">
              <a:lnSpc>
                <a:spcPct val="150000"/>
              </a:lnSpc>
              <a:spcAft>
                <a:spcPts val="0"/>
              </a:spcAft>
              <a:buFont typeface="Wingdings" panose="05000000000000000000" pitchFamily="2" charset="2"/>
              <a:buChar char="q"/>
            </a:pPr>
            <a:r>
              <a:rPr lang="he-IL" sz="2000" dirty="0">
                <a:latin typeface="Arial" panose="020B0604020202020204" pitchFamily="34" charset="0"/>
                <a:cs typeface="Arial" panose="020B0604020202020204" pitchFamily="34" charset="0"/>
              </a:rPr>
              <a:t>ממצאי התצפיות (גראפית/טבלאות) כלי בקרה, וכן דוחות סיכום ומסקנות.</a:t>
            </a:r>
          </a:p>
          <a:p>
            <a:pPr marL="457200" indent="-457200" algn="r" rtl="1">
              <a:lnSpc>
                <a:spcPct val="150000"/>
              </a:lnSpc>
              <a:spcAft>
                <a:spcPts val="0"/>
              </a:spcAft>
              <a:buFont typeface="Wingdings" panose="05000000000000000000" pitchFamily="2" charset="2"/>
              <a:buChar char="q"/>
            </a:pPr>
            <a:r>
              <a:rPr lang="he-IL" sz="2000" dirty="0">
                <a:latin typeface="Arial" panose="020B0604020202020204" pitchFamily="34" charset="0"/>
                <a:cs typeface="Arial" panose="020B0604020202020204" pitchFamily="34" charset="0"/>
                <a:hlinkClick r:id="rId2" action="ppaction://hlinkfile"/>
              </a:rPr>
              <a:t>בקרות חדרי בידוד </a:t>
            </a:r>
            <a:r>
              <a:rPr lang="he-IL" sz="2000" dirty="0">
                <a:latin typeface="Arial" panose="020B0604020202020204" pitchFamily="34" charset="0"/>
                <a:cs typeface="Arial" panose="020B0604020202020204" pitchFamily="34" charset="0"/>
              </a:rPr>
              <a:t> שבוצעו על ידי </a:t>
            </a:r>
            <a:r>
              <a:rPr lang="he-IL" sz="2000" b="1" dirty="0">
                <a:latin typeface="Arial" panose="020B0604020202020204" pitchFamily="34" charset="0"/>
                <a:cs typeface="Arial" panose="020B0604020202020204" pitchFamily="34" charset="0"/>
              </a:rPr>
              <a:t>נאמני מחלקתיים</a:t>
            </a:r>
            <a:r>
              <a:rPr lang="he-IL" sz="2000" dirty="0">
                <a:latin typeface="Arial" panose="020B0604020202020204" pitchFamily="34" charset="0"/>
                <a:cs typeface="Arial" panose="020B0604020202020204" pitchFamily="34" charset="0"/>
              </a:rPr>
              <a:t>. </a:t>
            </a:r>
          </a:p>
          <a:p>
            <a:pPr marL="457200" indent="-457200" algn="r" rtl="1">
              <a:lnSpc>
                <a:spcPct val="150000"/>
              </a:lnSpc>
              <a:spcAft>
                <a:spcPts val="0"/>
              </a:spcAft>
              <a:buFont typeface="Wingdings" panose="05000000000000000000" pitchFamily="2" charset="2"/>
              <a:buChar char="q"/>
            </a:pPr>
            <a:r>
              <a:rPr lang="he-IL" sz="2000" dirty="0">
                <a:latin typeface="Arial" panose="020B0604020202020204" pitchFamily="34" charset="0"/>
                <a:cs typeface="Arial" panose="020B0604020202020204" pitchFamily="34" charset="0"/>
              </a:rPr>
              <a:t>בשנת 2022 אחת לחודש בכל מחלקות האשפוז יחידת זיהומים ערכה </a:t>
            </a:r>
            <a:r>
              <a:rPr lang="he-IL" sz="2000" u="sng" dirty="0">
                <a:latin typeface="Arial" panose="020B0604020202020204" pitchFamily="34" charset="0"/>
                <a:cs typeface="Arial" panose="020B0604020202020204" pitchFamily="34" charset="0"/>
              </a:rPr>
              <a:t>סקר הימצאות </a:t>
            </a:r>
            <a:r>
              <a:rPr lang="he-IL" sz="2000" dirty="0">
                <a:latin typeface="Arial" panose="020B0604020202020204" pitchFamily="34" charset="0"/>
                <a:cs typeface="Arial" panose="020B0604020202020204" pitchFamily="34" charset="0"/>
              </a:rPr>
              <a:t>בדודים בחתך מחלקתי וסוג המחולל שדווח . בוצעו על ידי רכזי תחום. </a:t>
            </a:r>
          </a:p>
          <a:p>
            <a:pPr marL="457200" indent="-457200" algn="r" rtl="1">
              <a:lnSpc>
                <a:spcPct val="150000"/>
              </a:lnSpc>
              <a:spcAft>
                <a:spcPts val="0"/>
              </a:spcAft>
              <a:buFont typeface="Wingdings" panose="05000000000000000000" pitchFamily="2" charset="2"/>
              <a:buChar char="q"/>
            </a:pPr>
            <a:r>
              <a:rPr lang="he-IL" sz="2000" dirty="0">
                <a:latin typeface="Arial" panose="020B0604020202020204" pitchFamily="34" charset="0"/>
                <a:cs typeface="Arial" panose="020B0604020202020204" pitchFamily="34" charset="0"/>
              </a:rPr>
              <a:t>קידום בריאות על ידי 4 קבוצות של סטודנטים ממכללת אשקלון וברזילאי לדוגמה: (שקפים מס' 7-16')</a:t>
            </a:r>
          </a:p>
          <a:p>
            <a:pPr marL="205942" lvl="3" indent="0" algn="r" rtl="1">
              <a:lnSpc>
                <a:spcPct val="150000"/>
              </a:lnSpc>
              <a:spcAft>
                <a:spcPts val="0"/>
              </a:spcAft>
              <a:buNone/>
            </a:pPr>
            <a:r>
              <a:rPr lang="he-IL" sz="1900" dirty="0">
                <a:latin typeface="Arial" panose="020B0604020202020204" pitchFamily="34" charset="0"/>
                <a:cs typeface="Arial" panose="020B0604020202020204" pitchFamily="34" charset="0"/>
                <a:hlinkClick r:id="rId3" action="ppaction://hlinkfile"/>
              </a:rPr>
              <a:t>מצגת סטודנטים קידום בריאות השוואה בתצפיות בין מחלקות </a:t>
            </a:r>
            <a:endParaRPr lang="en-US" sz="1900" dirty="0">
              <a:latin typeface="Arial" panose="020B0604020202020204" pitchFamily="34" charset="0"/>
              <a:cs typeface="Arial" panose="020B0604020202020204" pitchFamily="34" charset="0"/>
            </a:endParaRPr>
          </a:p>
          <a:p>
            <a:pPr marL="205942" lvl="3" indent="0" algn="r" rtl="1">
              <a:lnSpc>
                <a:spcPct val="150000"/>
              </a:lnSpc>
              <a:spcAft>
                <a:spcPts val="0"/>
              </a:spcAft>
              <a:buNone/>
            </a:pPr>
            <a:r>
              <a:rPr lang="he-IL" sz="1900" dirty="0">
                <a:latin typeface="Arial" panose="020B0604020202020204" pitchFamily="34" charset="0"/>
                <a:cs typeface="Arial" panose="020B0604020202020204" pitchFamily="34" charset="0"/>
                <a:hlinkClick r:id="rId4" action="ppaction://hlinkpres?slideindex=1&amp;slidetitle="/>
              </a:rPr>
              <a:t>מצגת נוספת של סטודנטים</a:t>
            </a:r>
            <a:br>
              <a:rPr lang="en-US" sz="1900" dirty="0">
                <a:latin typeface="Arial" panose="020B0604020202020204" pitchFamily="34" charset="0"/>
                <a:cs typeface="Arial" panose="020B0604020202020204" pitchFamily="34" charset="0"/>
              </a:rPr>
            </a:br>
            <a:r>
              <a:rPr lang="he-IL" sz="1900" dirty="0">
                <a:latin typeface="Arial" panose="020B0604020202020204" pitchFamily="34" charset="0"/>
                <a:cs typeface="Arial" panose="020B0604020202020204" pitchFamily="34" charset="0"/>
                <a:hlinkClick r:id="rId5" action="ppaction://hlinkpres?slideindex=1&amp;slidetitle="/>
              </a:rPr>
              <a:t>מצגת נוספת של סטודנטים</a:t>
            </a:r>
            <a:endParaRPr lang="he-IL" sz="1900" dirty="0">
              <a:latin typeface="Arial" panose="020B0604020202020204" pitchFamily="34" charset="0"/>
              <a:cs typeface="Arial" panose="020B0604020202020204" pitchFamily="34" charset="0"/>
            </a:endParaRPr>
          </a:p>
          <a:p>
            <a:pPr marL="285750" indent="-285750" algn="r" rtl="1">
              <a:lnSpc>
                <a:spcPct val="150000"/>
              </a:lnSpc>
              <a:spcAft>
                <a:spcPts val="0"/>
              </a:spcAft>
              <a:buFont typeface="Wingdings" panose="05000000000000000000" pitchFamily="2" charset="2"/>
              <a:buChar char="q"/>
            </a:pPr>
            <a:r>
              <a:rPr lang="he-IL" sz="2000" dirty="0">
                <a:latin typeface="Arial" panose="020B0604020202020204" pitchFamily="34" charset="0"/>
                <a:cs typeface="Arial" panose="020B0604020202020204" pitchFamily="34" charset="0"/>
                <a:hlinkClick r:id="rId6" action="ppaction://hlinkfile"/>
              </a:rPr>
              <a:t>ממצאי כלי בקרת היגיינת ידיים 2 מחלקות </a:t>
            </a:r>
            <a:r>
              <a:rPr lang="en-US" sz="2000" dirty="0">
                <a:latin typeface="Arial" panose="020B0604020202020204" pitchFamily="34" charset="0"/>
                <a:cs typeface="Arial" panose="020B0604020202020204" pitchFamily="34" charset="0"/>
                <a:hlinkClick r:id="rId6" action="ppaction://hlinkfile"/>
              </a:rPr>
              <a:t>xlsx</a:t>
            </a:r>
            <a:r>
              <a:rPr lang="he-IL" sz="2000" dirty="0">
                <a:latin typeface="Arial" panose="020B0604020202020204" pitchFamily="34" charset="0"/>
                <a:cs typeface="Arial" panose="020B0604020202020204" pitchFamily="34" charset="0"/>
              </a:rPr>
              <a:t>  (בקרות מתבצעות על ידי צוות רכזות תחום זיהומים, ונאמנים מחלקתיים). </a:t>
            </a:r>
          </a:p>
          <a:p>
            <a:pPr marL="285750" indent="-285750" algn="r" rtl="1">
              <a:lnSpc>
                <a:spcPct val="150000"/>
              </a:lnSpc>
              <a:spcAft>
                <a:spcPts val="0"/>
              </a:spcAft>
              <a:buFont typeface="Wingdings" panose="05000000000000000000" pitchFamily="2" charset="2"/>
              <a:buChar char="q"/>
            </a:pPr>
            <a:r>
              <a:rPr lang="he-IL" sz="2000" dirty="0">
                <a:latin typeface="Arial" panose="020B0604020202020204" pitchFamily="34" charset="0"/>
                <a:cs typeface="Arial" panose="020B0604020202020204" pitchFamily="34" charset="0"/>
              </a:rPr>
              <a:t>סדנאות הדרכה לשימוש באמצעי מיגון אחת לשנה </a:t>
            </a:r>
            <a:r>
              <a:rPr lang="en-US" sz="2000" dirty="0">
                <a:latin typeface="Arial" panose="020B0604020202020204" pitchFamily="34" charset="0"/>
                <a:cs typeface="Arial" panose="020B0604020202020204" pitchFamily="34" charset="0"/>
                <a:hlinkClick r:id="rId7" action="ppaction://hlinkfile"/>
              </a:rPr>
              <a:t>..\..\..\..\</a:t>
            </a:r>
            <a:r>
              <a:rPr lang="en-US" sz="2000" dirty="0" err="1">
                <a:latin typeface="Arial" panose="020B0604020202020204" pitchFamily="34" charset="0"/>
                <a:cs typeface="Arial" panose="020B0604020202020204" pitchFamily="34" charset="0"/>
                <a:hlinkClick r:id="rId7" action="ppaction://hlinkfile"/>
              </a:rPr>
              <a:t>Lomdot</a:t>
            </a:r>
            <a:r>
              <a:rPr lang="en-US" sz="2000" dirty="0">
                <a:latin typeface="Arial" panose="020B0604020202020204" pitchFamily="34" charset="0"/>
                <a:cs typeface="Arial" panose="020B0604020202020204" pitchFamily="34" charset="0"/>
                <a:hlinkClick r:id="rId7" action="ppaction://hlinkfile"/>
              </a:rPr>
              <a:t>\</a:t>
            </a:r>
            <a:r>
              <a:rPr lang="he-IL" sz="2000" dirty="0">
                <a:latin typeface="Arial" panose="020B0604020202020204" pitchFamily="34" charset="0"/>
                <a:cs typeface="Arial" panose="020B0604020202020204" pitchFamily="34" charset="0"/>
                <a:hlinkClick r:id="rId7" action="ppaction://hlinkfile"/>
              </a:rPr>
              <a:t>תוכן עניינים - נהלים.</a:t>
            </a:r>
            <a:r>
              <a:rPr lang="en-US" sz="2000" dirty="0" err="1">
                <a:latin typeface="Arial" panose="020B0604020202020204" pitchFamily="34" charset="0"/>
                <a:cs typeface="Arial" panose="020B0604020202020204" pitchFamily="34" charset="0"/>
                <a:hlinkClick r:id="rId7" action="ppaction://hlinkfile"/>
              </a:rPr>
              <a:t>xls.lnk</a:t>
            </a:r>
            <a:endParaRPr lang="he-IL" sz="2000" dirty="0">
              <a:latin typeface="Arial" panose="020B0604020202020204" pitchFamily="34" charset="0"/>
              <a:cs typeface="Arial" panose="020B0604020202020204" pitchFamily="34" charset="0"/>
            </a:endParaRPr>
          </a:p>
          <a:p>
            <a:pPr marL="285750" indent="-285750" algn="r" rtl="1">
              <a:lnSpc>
                <a:spcPct val="150000"/>
              </a:lnSpc>
              <a:spcAft>
                <a:spcPts val="0"/>
              </a:spcAft>
              <a:buFont typeface="Wingdings" panose="05000000000000000000" pitchFamily="2" charset="2"/>
              <a:buChar char="q"/>
            </a:pPr>
            <a:r>
              <a:rPr lang="he-IL" sz="2000" b="1" dirty="0" err="1">
                <a:solidFill>
                  <a:srgbClr val="000000"/>
                </a:solidFill>
                <a:latin typeface="Arial" panose="020B0604020202020204" pitchFamily="34" charset="0"/>
                <a:cs typeface="Arial" panose="020B0604020202020204" pitchFamily="34" charset="0"/>
                <a:hlinkClick r:id="rId8" action="ppaction://hlinkfile"/>
              </a:rPr>
              <a:t>הקפי</a:t>
            </a:r>
            <a:r>
              <a:rPr lang="he-IL" sz="2000" b="1" dirty="0">
                <a:solidFill>
                  <a:srgbClr val="000000"/>
                </a:solidFill>
                <a:latin typeface="Arial" panose="020B0604020202020204" pitchFamily="34" charset="0"/>
                <a:cs typeface="Arial" panose="020B0604020202020204" pitchFamily="34" charset="0"/>
                <a:hlinkClick r:id="rId8" action="ppaction://hlinkfile"/>
              </a:rPr>
              <a:t> השתלמויות פנים מניעת זיהומים </a:t>
            </a:r>
            <a:endParaRPr lang="he-IL" sz="2000" b="1" dirty="0">
              <a:solidFill>
                <a:srgbClr val="000000"/>
              </a:solidFill>
              <a:latin typeface="Arial" panose="020B0604020202020204" pitchFamily="34" charset="0"/>
              <a:cs typeface="Arial" panose="020B0604020202020204" pitchFamily="34" charset="0"/>
            </a:endParaRPr>
          </a:p>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dirty="0"/>
          </a:p>
          <a:p>
            <a:pPr algn="r" rtl="1">
              <a:lnSpc>
                <a:spcPct val="150000"/>
              </a:lnSpc>
              <a:spcAft>
                <a:spcPts val="0"/>
              </a:spcAft>
            </a:pPr>
            <a:r>
              <a:rPr lang="he-IL" sz="2000" dirty="0">
                <a:solidFill>
                  <a:srgbClr val="002060"/>
                </a:solidFill>
                <a:ea typeface="Times New Roman" panose="02020603050405020304" pitchFamily="18" charset="0"/>
              </a:rPr>
              <a:t>  </a:t>
            </a:r>
          </a:p>
          <a:p>
            <a:pPr algn="r" rtl="1">
              <a:lnSpc>
                <a:spcPct val="150000"/>
              </a:lnSpc>
              <a:spcAft>
                <a:spcPts val="0"/>
              </a:spcAft>
            </a:pPr>
            <a:endParaRPr lang="en-US" sz="1800" dirty="0">
              <a:ea typeface="Times New Roman" panose="02020603050405020304" pitchFamily="18" charset="0"/>
            </a:endParaRPr>
          </a:p>
          <a:p>
            <a:pPr algn="r"/>
            <a:endParaRPr lang="he-IL" dirty="0"/>
          </a:p>
        </p:txBody>
      </p:sp>
      <p:sp>
        <p:nvSpPr>
          <p:cNvPr id="5" name="מציין מיקום של כותרת תחתונה 4">
            <a:extLst>
              <a:ext uri="{FF2B5EF4-FFF2-40B4-BE49-F238E27FC236}">
                <a16:creationId xmlns:a16="http://schemas.microsoft.com/office/drawing/2014/main" id="{82B8A4E8-5937-744A-54DB-9390723DFF55}"/>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6" name="מציין מיקום של מספר שקופית 5">
            <a:extLst>
              <a:ext uri="{FF2B5EF4-FFF2-40B4-BE49-F238E27FC236}">
                <a16:creationId xmlns:a16="http://schemas.microsoft.com/office/drawing/2014/main" id="{8D88D8EB-62B9-F2C0-CC23-F6A1CB7FAD96}"/>
              </a:ext>
            </a:extLst>
          </p:cNvPr>
          <p:cNvSpPr>
            <a:spLocks noGrp="1"/>
          </p:cNvSpPr>
          <p:nvPr>
            <p:ph type="sldNum" sz="quarter" idx="10"/>
          </p:nvPr>
        </p:nvSpPr>
        <p:spPr/>
        <p:txBody>
          <a:bodyPr/>
          <a:lstStyle/>
          <a:p>
            <a:fld id="{1FD32C8D-3C3C-4A9C-83E3-1121F7D962C2}" type="slidenum">
              <a:rPr lang="en-GB" smtClean="0">
                <a:solidFill>
                  <a:srgbClr val="002776"/>
                </a:solidFill>
              </a:rPr>
              <a:pPr/>
              <a:t>4</a:t>
            </a:fld>
            <a:endParaRPr lang="en-GB" dirty="0">
              <a:solidFill>
                <a:srgbClr val="002776"/>
              </a:solidFill>
            </a:endParaRPr>
          </a:p>
        </p:txBody>
      </p:sp>
      <p:pic>
        <p:nvPicPr>
          <p:cNvPr id="7" name="תמונה 6">
            <a:extLst>
              <a:ext uri="{FF2B5EF4-FFF2-40B4-BE49-F238E27FC236}">
                <a16:creationId xmlns:a16="http://schemas.microsoft.com/office/drawing/2014/main" id="{8FC89FE5-20A2-D147-583E-B1F335DBB5E0}"/>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148019" y="126288"/>
            <a:ext cx="1352399" cy="1454727"/>
          </a:xfrm>
          <a:prstGeom prst="rect">
            <a:avLst/>
          </a:prstGeom>
        </p:spPr>
      </p:pic>
    </p:spTree>
    <p:extLst>
      <p:ext uri="{BB962C8B-B14F-4D97-AF65-F5344CB8AC3E}">
        <p14:creationId xmlns:p14="http://schemas.microsoft.com/office/powerpoint/2010/main" val="2656764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B836E6D-512C-DFCE-818C-6A0257EE3A7A}"/>
              </a:ext>
            </a:extLst>
          </p:cNvPr>
          <p:cNvSpPr>
            <a:spLocks noGrp="1"/>
          </p:cNvSpPr>
          <p:nvPr>
            <p:ph type="title"/>
          </p:nvPr>
        </p:nvSpPr>
        <p:spPr>
          <a:xfrm>
            <a:off x="107099" y="350856"/>
            <a:ext cx="11666783" cy="792144"/>
          </a:xfrm>
        </p:spPr>
        <p:txBody>
          <a:bodyPr/>
          <a:lstStyle/>
          <a:p>
            <a:pPr algn="ctr"/>
            <a:r>
              <a:rPr lang="he-IL" dirty="0"/>
              <a:t>הדרכת צוות ללבישת אמצעי מיגון ופשיטתם</a:t>
            </a:r>
            <a:br>
              <a:rPr lang="he-IL" dirty="0"/>
            </a:br>
            <a:r>
              <a:rPr lang="he-IL" dirty="0"/>
              <a:t>קביעת אזורי התמגנות : 26.04.22 ,3.07.22. 27.10.22</a:t>
            </a:r>
            <a:endParaRPr lang="en-US" dirty="0"/>
          </a:p>
        </p:txBody>
      </p:sp>
      <p:pic>
        <p:nvPicPr>
          <p:cNvPr id="6" name="מציין מיקום תוכן 5">
            <a:extLst>
              <a:ext uri="{FF2B5EF4-FFF2-40B4-BE49-F238E27FC236}">
                <a16:creationId xmlns:a16="http://schemas.microsoft.com/office/drawing/2014/main" id="{51FBCA51-595E-4C72-C9E3-CA127EC2658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143000"/>
            <a:ext cx="4591109" cy="3351434"/>
          </a:xfrm>
        </p:spPr>
      </p:pic>
      <p:sp>
        <p:nvSpPr>
          <p:cNvPr id="4" name="מציין מיקום של מספר שקופית 3">
            <a:extLst>
              <a:ext uri="{FF2B5EF4-FFF2-40B4-BE49-F238E27FC236}">
                <a16:creationId xmlns:a16="http://schemas.microsoft.com/office/drawing/2014/main" id="{F71195E2-DBDE-043E-E736-0242A291AB92}"/>
              </a:ext>
            </a:extLst>
          </p:cNvPr>
          <p:cNvSpPr>
            <a:spLocks noGrp="1"/>
          </p:cNvSpPr>
          <p:nvPr>
            <p:ph type="sldNum" sz="quarter" idx="10"/>
          </p:nvPr>
        </p:nvSpPr>
        <p:spPr/>
        <p:txBody>
          <a:bodyPr/>
          <a:lstStyle/>
          <a:p>
            <a:fld id="{1FD32C8D-3C3C-4A9C-83E3-1121F7D962C2}" type="slidenum">
              <a:rPr lang="en-GB" smtClean="0">
                <a:solidFill>
                  <a:srgbClr val="002776"/>
                </a:solidFill>
              </a:rPr>
              <a:pPr/>
              <a:t>5</a:t>
            </a:fld>
            <a:endParaRPr lang="en-GB" dirty="0">
              <a:solidFill>
                <a:srgbClr val="002776"/>
              </a:solidFill>
            </a:endParaRPr>
          </a:p>
        </p:txBody>
      </p:sp>
      <p:pic>
        <p:nvPicPr>
          <p:cNvPr id="8" name="תמונה 7">
            <a:extLst>
              <a:ext uri="{FF2B5EF4-FFF2-40B4-BE49-F238E27FC236}">
                <a16:creationId xmlns:a16="http://schemas.microsoft.com/office/drawing/2014/main" id="{F3867413-E6FD-785D-5D2B-85BFDF278AEF}"/>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9273119" y="1047402"/>
            <a:ext cx="2811782" cy="3749042"/>
          </a:xfrm>
          <a:prstGeom prst="rect">
            <a:avLst/>
          </a:prstGeom>
        </p:spPr>
      </p:pic>
      <p:pic>
        <p:nvPicPr>
          <p:cNvPr id="10" name="תמונה 9">
            <a:extLst>
              <a:ext uri="{FF2B5EF4-FFF2-40B4-BE49-F238E27FC236}">
                <a16:creationId xmlns:a16="http://schemas.microsoft.com/office/drawing/2014/main" id="{C7448D46-BC7B-E916-20B6-70125742C42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712799" y="1143000"/>
            <a:ext cx="2560320" cy="3318162"/>
          </a:xfrm>
          <a:prstGeom prst="rect">
            <a:avLst/>
          </a:prstGeom>
        </p:spPr>
      </p:pic>
      <p:pic>
        <p:nvPicPr>
          <p:cNvPr id="12" name="תמונה 11">
            <a:extLst>
              <a:ext uri="{FF2B5EF4-FFF2-40B4-BE49-F238E27FC236}">
                <a16:creationId xmlns:a16="http://schemas.microsoft.com/office/drawing/2014/main" id="{9F1F3CE2-7DF0-D518-8172-18BD76B6497D}"/>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9341355" y="4076275"/>
            <a:ext cx="2743546" cy="2781725"/>
          </a:xfrm>
          <a:prstGeom prst="rect">
            <a:avLst/>
          </a:prstGeom>
        </p:spPr>
      </p:pic>
      <p:pic>
        <p:nvPicPr>
          <p:cNvPr id="14" name="תמונה 13">
            <a:extLst>
              <a:ext uri="{FF2B5EF4-FFF2-40B4-BE49-F238E27FC236}">
                <a16:creationId xmlns:a16="http://schemas.microsoft.com/office/drawing/2014/main" id="{81391850-33D1-B29F-9E32-4059C3B01B5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91077" y="3812882"/>
            <a:ext cx="4906108" cy="3052689"/>
          </a:xfrm>
          <a:prstGeom prst="rect">
            <a:avLst/>
          </a:prstGeom>
        </p:spPr>
      </p:pic>
      <p:pic>
        <p:nvPicPr>
          <p:cNvPr id="16" name="תמונה 15">
            <a:extLst>
              <a:ext uri="{FF2B5EF4-FFF2-40B4-BE49-F238E27FC236}">
                <a16:creationId xmlns:a16="http://schemas.microsoft.com/office/drawing/2014/main" id="{B7628818-F39D-639A-D0F0-1B861F5567F0}"/>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5997185" y="3116529"/>
            <a:ext cx="3310052" cy="3749042"/>
          </a:xfrm>
          <a:prstGeom prst="rect">
            <a:avLst/>
          </a:prstGeom>
        </p:spPr>
      </p:pic>
      <p:sp>
        <p:nvSpPr>
          <p:cNvPr id="3" name="מציין מיקום של כותרת תחתונה 2">
            <a:extLst>
              <a:ext uri="{FF2B5EF4-FFF2-40B4-BE49-F238E27FC236}">
                <a16:creationId xmlns:a16="http://schemas.microsoft.com/office/drawing/2014/main" id="{0CE76316-D609-FB9F-937D-AA1267BCAFB7}"/>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196444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851265" y="238540"/>
            <a:ext cx="7570817" cy="958494"/>
          </a:xfrm>
        </p:spPr>
        <p:txBody>
          <a:bodyPr anchor="b">
            <a:normAutofit/>
          </a:bodyPr>
          <a:lstStyle/>
          <a:p>
            <a:pPr algn="ctr"/>
            <a:r>
              <a:rPr lang="he-IL" sz="5400" b="1" dirty="0">
                <a:latin typeface="David" panose="020E0502060401010101" pitchFamily="34" charset="-79"/>
                <a:cs typeface="David" panose="020E0502060401010101" pitchFamily="34" charset="-79"/>
              </a:rPr>
              <a:t>הגדרת אוכלוסייה ומאפייניה</a:t>
            </a:r>
          </a:p>
        </p:txBody>
      </p:sp>
      <p:sp>
        <p:nvSpPr>
          <p:cNvPr id="3" name="מציין מיקום תוכן 2"/>
          <p:cNvSpPr>
            <a:spLocks noGrp="1"/>
          </p:cNvSpPr>
          <p:nvPr>
            <p:ph idx="1"/>
          </p:nvPr>
        </p:nvSpPr>
        <p:spPr>
          <a:xfrm>
            <a:off x="5041611" y="1369414"/>
            <a:ext cx="6713552" cy="4119172"/>
          </a:xfrm>
        </p:spPr>
        <p:txBody>
          <a:bodyPr anchor="t">
            <a:normAutofit fontScale="92500" lnSpcReduction="10000"/>
          </a:bodyPr>
          <a:lstStyle/>
          <a:p>
            <a:pPr algn="r" rtl="1" fontAlgn="base"/>
            <a:r>
              <a:rPr lang="he-IL" sz="1600" b="1" u="sng" dirty="0"/>
              <a:t>סיעודיות </a:t>
            </a:r>
            <a:r>
              <a:rPr lang="he-IL" sz="1600" b="1" u="sng" dirty="0" err="1"/>
              <a:t>ותשושי</a:t>
            </a:r>
            <a:r>
              <a:rPr lang="he-IL" sz="1600" b="1" u="sng" dirty="0"/>
              <a:t> נפש:</a:t>
            </a:r>
          </a:p>
          <a:p>
            <a:pPr algn="r" rtl="1" fontAlgn="base"/>
            <a:r>
              <a:rPr lang="he-IL" sz="1600" dirty="0"/>
              <a:t> דיור לאנשים סיעודיים </a:t>
            </a:r>
            <a:r>
              <a:rPr lang="he-IL" sz="1600" dirty="0" err="1"/>
              <a:t>ותשושי</a:t>
            </a:r>
            <a:r>
              <a:rPr lang="he-IL" sz="1600" dirty="0"/>
              <a:t> נפש הסובלים מירידה תפקודית ו/או קוגניטיבית ונזקקים לעזרה סיוע  ותמיכה מקצועיים בתפקודי היומיום: אכילה, הליכה, ניקיון אישי, לבוש ודפוסי הפרשה במקביל להשגחה רפואית צמודה.</a:t>
            </a:r>
          </a:p>
          <a:p>
            <a:pPr algn="r" rtl="1" fontAlgn="base"/>
            <a:r>
              <a:rPr lang="he-IL" sz="1600" b="1" u="sng" dirty="0"/>
              <a:t>שיקום:</a:t>
            </a:r>
          </a:p>
          <a:p>
            <a:pPr algn="r" rtl="1" fontAlgn="base"/>
            <a:r>
              <a:rPr lang="he-IL" sz="1600" dirty="0"/>
              <a:t>שיקום לחולים עם פגיעות נוירולוגיות, פגיעות אורטופדיות, פגיעות ראש, חולים לאחר פציעות רב מערכתיות. ייחודה של מחלקת השיקום הוא בגישה מקצועית רב תחומית בטיפול בחולה המשתקם. בצוות רופאים מומחים בתחום, פיזיותרפיסטים, מרפאים בעיסוק, מרפאים בדיבור, עובדים סוציאליים, צוות סיעודי דיאטנית  ומזכירה.</a:t>
            </a:r>
          </a:p>
          <a:p>
            <a:pPr algn="r" rtl="1" fontAlgn="base"/>
            <a:r>
              <a:rPr lang="he-IL" sz="1600" b="1" u="sng" dirty="0"/>
              <a:t>מונשמים כרוניים:</a:t>
            </a:r>
          </a:p>
          <a:p>
            <a:pPr algn="r" rtl="1" fontAlgn="base"/>
            <a:r>
              <a:rPr lang="he-IL" sz="1600" dirty="0"/>
              <a:t>יחידה למונשמים לחולים הנזקקים להנשמה מלאכותית קבועה ו/או לשיקום נשימתי וגמילה מהנשמה.</a:t>
            </a:r>
          </a:p>
          <a:p>
            <a:pPr algn="r" rtl="1" fontAlgn="base"/>
            <a:r>
              <a:rPr lang="he-IL" sz="1600" b="1" u="sng" dirty="0"/>
              <a:t>סיעוד מורכב:</a:t>
            </a:r>
          </a:p>
          <a:p>
            <a:pPr algn="r" rtl="1" fontAlgn="base"/>
            <a:r>
              <a:rPr lang="he-IL" sz="1600" dirty="0"/>
              <a:t>אשפוז לאנשים המוגדרים כחולים" סיעוד מורכב" ו/או " סיעוד רפואי" הנזקקים לטיפולים בפצעי לחץ, בעיות נשימתיות, דיאליזה, טיפול תומך בחולה, טיפול רפואי סיעודי אינטנסיבי הכולל איזון תרופתי, ניקורים, מתן תרופות דרך הווריד ובדיקות אבחון תפקודיות וקוגניטיביות</a:t>
            </a:r>
            <a:r>
              <a:rPr lang="he-IL" sz="1400" dirty="0"/>
              <a:t>.</a:t>
            </a:r>
          </a:p>
          <a:p>
            <a:pPr algn="r" rtl="1"/>
            <a:endParaRPr lang="he-IL" sz="1400" dirty="0">
              <a:latin typeface="David" panose="020E0502060401010101" pitchFamily="34" charset="-79"/>
              <a:cs typeface="David" panose="020E0502060401010101" pitchFamily="34" charset="-79"/>
            </a:endParaRPr>
          </a:p>
          <a:p>
            <a:endParaRPr lang="he-IL" sz="1400" dirty="0">
              <a:latin typeface="David" panose="020E0502060401010101" pitchFamily="34" charset="-79"/>
              <a:cs typeface="David" panose="020E0502060401010101" pitchFamily="34" charset="-79"/>
            </a:endParaRPr>
          </a:p>
        </p:txBody>
      </p:sp>
      <p:pic>
        <p:nvPicPr>
          <p:cNvPr id="4" name="תמונה 3" descr="תמונה שמכילה טקסט, מעגל חשמלי&#10;&#10;התיאור נוצר באופן אוטומטי">
            <a:extLst>
              <a:ext uri="{FF2B5EF4-FFF2-40B4-BE49-F238E27FC236}">
                <a16:creationId xmlns:a16="http://schemas.microsoft.com/office/drawing/2014/main" id="{01A643F4-5FCB-24F1-08F8-437287FE58C0}"/>
              </a:ext>
            </a:extLst>
          </p:cNvPr>
          <p:cNvPicPr>
            <a:picLocks noChangeAspect="1"/>
          </p:cNvPicPr>
          <p:nvPr/>
        </p:nvPicPr>
        <p:blipFill rotWithShape="1">
          <a:blip r:embed="rId2"/>
          <a:srcRect l="34058" r="19478" b="1"/>
          <a:stretch/>
        </p:blipFill>
        <p:spPr>
          <a:xfrm>
            <a:off x="293122" y="2243605"/>
            <a:ext cx="2946547" cy="4096512"/>
          </a:xfrm>
          <a:prstGeom prst="rect">
            <a:avLst/>
          </a:prstGeom>
        </p:spPr>
      </p:pic>
      <p:sp>
        <p:nvSpPr>
          <p:cNvPr id="5" name="מציין מיקום של תאריך 4">
            <a:extLst>
              <a:ext uri="{FF2B5EF4-FFF2-40B4-BE49-F238E27FC236}">
                <a16:creationId xmlns:a16="http://schemas.microsoft.com/office/drawing/2014/main" id="{391B5857-59E8-87F1-DE7F-96E1746E6026}"/>
              </a:ext>
            </a:extLst>
          </p:cNvPr>
          <p:cNvSpPr>
            <a:spLocks noGrp="1"/>
          </p:cNvSpPr>
          <p:nvPr>
            <p:ph type="dt" sz="half" idx="2"/>
          </p:nvPr>
        </p:nvSpPr>
        <p:spPr/>
        <p:txBody>
          <a:bodyPr/>
          <a:lstStyle/>
          <a:p>
            <a:endParaRPr lang="he-IL"/>
          </a:p>
        </p:txBody>
      </p:sp>
      <p:sp>
        <p:nvSpPr>
          <p:cNvPr id="6" name="מציין מיקום של כותרת תחתונה 5">
            <a:extLst>
              <a:ext uri="{FF2B5EF4-FFF2-40B4-BE49-F238E27FC236}">
                <a16:creationId xmlns:a16="http://schemas.microsoft.com/office/drawing/2014/main" id="{7A85CC57-CE8E-CF5D-D4A8-A3DCCCA7CA5A}"/>
              </a:ext>
            </a:extLst>
          </p:cNvPr>
          <p:cNvSpPr>
            <a:spLocks noGrp="1"/>
          </p:cNvSpPr>
          <p:nvPr>
            <p:ph type="ftr" sz="quarter" idx="3"/>
          </p:nvPr>
        </p:nvSpPr>
        <p:spPr/>
        <p:txBody>
          <a:bodyPr/>
          <a:lstStyle/>
          <a:p>
            <a:r>
              <a:rPr lang="he-IL"/>
              <a:t>בית הדר מרכז רפואה סיעוד ושיקום </a:t>
            </a:r>
          </a:p>
        </p:txBody>
      </p:sp>
      <p:sp>
        <p:nvSpPr>
          <p:cNvPr id="7" name="מציין מיקום של מספר שקופית 6">
            <a:extLst>
              <a:ext uri="{FF2B5EF4-FFF2-40B4-BE49-F238E27FC236}">
                <a16:creationId xmlns:a16="http://schemas.microsoft.com/office/drawing/2014/main" id="{8F74C5C6-416F-35B0-CA79-800B9098D706}"/>
              </a:ext>
            </a:extLst>
          </p:cNvPr>
          <p:cNvSpPr>
            <a:spLocks noGrp="1"/>
          </p:cNvSpPr>
          <p:nvPr>
            <p:ph type="sldNum" sz="quarter" idx="4"/>
          </p:nvPr>
        </p:nvSpPr>
        <p:spPr/>
        <p:txBody>
          <a:bodyPr/>
          <a:lstStyle/>
          <a:p>
            <a:fld id="{69D18E1D-D9FD-4282-B73C-11A301C594B1}" type="slidenum">
              <a:rPr lang="he-IL" smtClean="0"/>
              <a:t>6</a:t>
            </a:fld>
            <a:endParaRPr lang="he-IL"/>
          </a:p>
        </p:txBody>
      </p:sp>
      <p:pic>
        <p:nvPicPr>
          <p:cNvPr id="8" name="תמונה 7">
            <a:extLst>
              <a:ext uri="{FF2B5EF4-FFF2-40B4-BE49-F238E27FC236}">
                <a16:creationId xmlns:a16="http://schemas.microsoft.com/office/drawing/2014/main" id="{A491F6E8-17A5-313E-98AE-543FEE533EC9}"/>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128663" y="124909"/>
            <a:ext cx="984223" cy="1244505"/>
          </a:xfrm>
          <a:prstGeom prst="rect">
            <a:avLst/>
          </a:prstGeom>
        </p:spPr>
      </p:pic>
    </p:spTree>
    <p:extLst>
      <p:ext uri="{BB962C8B-B14F-4D97-AF65-F5344CB8AC3E}">
        <p14:creationId xmlns:p14="http://schemas.microsoft.com/office/powerpoint/2010/main" val="3544674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תיבת טקסט 2">
            <a:extLst>
              <a:ext uri="{FF2B5EF4-FFF2-40B4-BE49-F238E27FC236}">
                <a16:creationId xmlns:a16="http://schemas.microsoft.com/office/drawing/2014/main" id="{45A8917E-2461-5211-6136-15822144C194}"/>
              </a:ext>
            </a:extLst>
          </p:cNvPr>
          <p:cNvSpPr txBox="1"/>
          <p:nvPr/>
        </p:nvSpPr>
        <p:spPr>
          <a:xfrm>
            <a:off x="2894202" y="170329"/>
            <a:ext cx="7065586" cy="584775"/>
          </a:xfrm>
          <a:prstGeom prst="rect">
            <a:avLst/>
          </a:prstGeom>
          <a:noFill/>
        </p:spPr>
        <p:txBody>
          <a:bodyPr wrap="square">
            <a:spAutoFit/>
          </a:bodyPr>
          <a:lstStyle/>
          <a:p>
            <a:r>
              <a:rPr lang="he-IL" sz="3200" b="1" dirty="0">
                <a:ln w="0"/>
                <a:effectLst>
                  <a:outerShdw blurRad="38100" dist="19050" dir="2700000" algn="tl" rotWithShape="0">
                    <a:schemeClr val="dk1">
                      <a:alpha val="40000"/>
                    </a:schemeClr>
                  </a:outerShdw>
                </a:effectLst>
                <a:latin typeface="Narkisim" panose="020E0502050101010101" pitchFamily="34" charset="-79"/>
                <a:cs typeface="Narkisim" panose="020E0502050101010101" pitchFamily="34" charset="-79"/>
              </a:rPr>
              <a:t>תוכנית התערבות בנושא היגיינת ידים </a:t>
            </a:r>
          </a:p>
        </p:txBody>
      </p:sp>
      <p:sp>
        <p:nvSpPr>
          <p:cNvPr id="224" name="תיבת טקסט 223">
            <a:extLst>
              <a:ext uri="{FF2B5EF4-FFF2-40B4-BE49-F238E27FC236}">
                <a16:creationId xmlns:a16="http://schemas.microsoft.com/office/drawing/2014/main" id="{EC3F8E2B-97DA-52F2-A712-28185BAEC877}"/>
              </a:ext>
            </a:extLst>
          </p:cNvPr>
          <p:cNvSpPr txBox="1"/>
          <p:nvPr/>
        </p:nvSpPr>
        <p:spPr>
          <a:xfrm>
            <a:off x="375407" y="867258"/>
            <a:ext cx="11123801" cy="1154162"/>
          </a:xfrm>
          <a:prstGeom prst="rect">
            <a:avLst/>
          </a:prstGeom>
          <a:noFill/>
        </p:spPr>
        <p:txBody>
          <a:bodyPr wrap="square">
            <a:spAutoFit/>
          </a:bodyPr>
          <a:lstStyle/>
          <a:p>
            <a:pPr>
              <a:lnSpc>
                <a:spcPct val="150000"/>
              </a:lnSpc>
            </a:pPr>
            <a:r>
              <a:rPr lang="he-IL" sz="2400" b="1" dirty="0">
                <a:latin typeface="Calibri" panose="020F0502020204030204" pitchFamily="34" charset="0"/>
                <a:cs typeface="David" panose="020E0502060401010101" pitchFamily="34" charset="-79"/>
              </a:rPr>
              <a:t>הדרכה :  </a:t>
            </a:r>
            <a:r>
              <a:rPr lang="he-IL" sz="2400" dirty="0">
                <a:latin typeface="Calibri" panose="020F0502020204030204" pitchFamily="34" charset="0"/>
                <a:cs typeface="David" panose="020E0502060401010101" pitchFamily="34" charset="-79"/>
              </a:rPr>
              <a:t>צורת ההתערבות בה בחרנו היא הדרכה בנושא מניעת זיהומים ובדגש על היגיינת ידיים. ההדרכה התבססה על מודל 5 הרגעים:</a:t>
            </a:r>
          </a:p>
        </p:txBody>
      </p:sp>
      <p:pic>
        <p:nvPicPr>
          <p:cNvPr id="225" name="תמונה 224" descr="גזירת מסך">
            <a:extLst>
              <a:ext uri="{FF2B5EF4-FFF2-40B4-BE49-F238E27FC236}">
                <a16:creationId xmlns:a16="http://schemas.microsoft.com/office/drawing/2014/main" id="{5442CCF5-9D7E-D4C1-FEDC-38398D3C0D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4202" y="2127144"/>
            <a:ext cx="6709795" cy="3370627"/>
          </a:xfrm>
          <a:prstGeom prst="rect">
            <a:avLst/>
          </a:prstGeom>
        </p:spPr>
      </p:pic>
      <p:sp>
        <p:nvSpPr>
          <p:cNvPr id="226" name="תיבת טקסט 225">
            <a:extLst>
              <a:ext uri="{FF2B5EF4-FFF2-40B4-BE49-F238E27FC236}">
                <a16:creationId xmlns:a16="http://schemas.microsoft.com/office/drawing/2014/main" id="{C33E895D-3261-7F16-C6BC-E50097D59C59}"/>
              </a:ext>
            </a:extLst>
          </p:cNvPr>
          <p:cNvSpPr txBox="1"/>
          <p:nvPr/>
        </p:nvSpPr>
        <p:spPr>
          <a:xfrm>
            <a:off x="218113" y="5603495"/>
            <a:ext cx="11281095" cy="975652"/>
          </a:xfrm>
          <a:prstGeom prst="rect">
            <a:avLst/>
          </a:prstGeom>
          <a:noFill/>
        </p:spPr>
        <p:txBody>
          <a:bodyPr wrap="square">
            <a:spAutoFit/>
          </a:bodyPr>
          <a:lstStyle/>
          <a:p>
            <a:pPr algn="r" rtl="1">
              <a:lnSpc>
                <a:spcPct val="150000"/>
              </a:lnSpc>
              <a:spcAft>
                <a:spcPts val="800"/>
              </a:spcAft>
            </a:pPr>
            <a:r>
              <a:rPr lang="he-IL" sz="2000" dirty="0">
                <a:latin typeface="Calibri" panose="020F0502020204030204" pitchFamily="34" charset="0"/>
                <a:cs typeface="David" panose="020E0502060401010101" pitchFamily="34" charset="-79"/>
              </a:rPr>
              <a:t>במהלך ההדרכות נכחו אחים ואחיות ,נאמני תחום מניעת זיהומים , כוחות עזר ורופאים, כאשר הנוכחות הגדולה ביותר הייתה של כוחות העזר, לאחר מכן של האחיות, ורק לבסוף של הרופאים, אשר נוכחותם הייתה המועטה ביותר. </a:t>
            </a:r>
            <a:endParaRPr lang="en-US" sz="2000" dirty="0">
              <a:latin typeface="Calibri" panose="020F0502020204030204" pitchFamily="34" charset="0"/>
              <a:cs typeface="David" panose="020E0502060401010101" pitchFamily="34" charset="-79"/>
            </a:endParaRPr>
          </a:p>
        </p:txBody>
      </p:sp>
      <p:sp>
        <p:nvSpPr>
          <p:cNvPr id="2" name="מציין מיקום של כותרת תחתונה 1">
            <a:extLst>
              <a:ext uri="{FF2B5EF4-FFF2-40B4-BE49-F238E27FC236}">
                <a16:creationId xmlns:a16="http://schemas.microsoft.com/office/drawing/2014/main" id="{AED52965-5455-466D-D4C9-FFDCF0089864}"/>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4" name="מציין מיקום של מספר שקופית 3">
            <a:extLst>
              <a:ext uri="{FF2B5EF4-FFF2-40B4-BE49-F238E27FC236}">
                <a16:creationId xmlns:a16="http://schemas.microsoft.com/office/drawing/2014/main" id="{527FEFF7-563A-D09B-F009-5DBC1E848BA7}"/>
              </a:ext>
            </a:extLst>
          </p:cNvPr>
          <p:cNvSpPr>
            <a:spLocks noGrp="1"/>
          </p:cNvSpPr>
          <p:nvPr>
            <p:ph type="sldNum" sz="quarter" idx="10"/>
          </p:nvPr>
        </p:nvSpPr>
        <p:spPr/>
        <p:txBody>
          <a:bodyPr/>
          <a:lstStyle/>
          <a:p>
            <a:fld id="{CDF03817-2923-4574-955C-5BC05054893F}" type="slidenum">
              <a:rPr lang="en-GB" smtClean="0">
                <a:solidFill>
                  <a:srgbClr val="002776"/>
                </a:solidFill>
              </a:rPr>
              <a:pPr/>
              <a:t>7</a:t>
            </a:fld>
            <a:endParaRPr lang="en-GB" dirty="0">
              <a:solidFill>
                <a:srgbClr val="002776"/>
              </a:solidFill>
            </a:endParaRPr>
          </a:p>
        </p:txBody>
      </p:sp>
      <p:pic>
        <p:nvPicPr>
          <p:cNvPr id="5" name="תמונה 4">
            <a:extLst>
              <a:ext uri="{FF2B5EF4-FFF2-40B4-BE49-F238E27FC236}">
                <a16:creationId xmlns:a16="http://schemas.microsoft.com/office/drawing/2014/main" id="{8F27BBBD-B415-3667-CC58-051AFFFDC58C}"/>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0297391" y="0"/>
            <a:ext cx="1347905" cy="1063229"/>
          </a:xfrm>
          <a:prstGeom prst="rect">
            <a:avLst/>
          </a:prstGeom>
        </p:spPr>
      </p:pic>
    </p:spTree>
    <p:extLst>
      <p:ext uri="{BB962C8B-B14F-4D97-AF65-F5344CB8AC3E}">
        <p14:creationId xmlns:p14="http://schemas.microsoft.com/office/powerpoint/2010/main" val="720611136"/>
      </p:ext>
    </p:extLst>
  </p:cSld>
  <p:clrMapOvr>
    <a:masterClrMapping/>
  </p:clrMapOvr>
  <mc:AlternateContent xmlns:mc="http://schemas.openxmlformats.org/markup-compatibility/2006" xmlns:p14="http://schemas.microsoft.com/office/powerpoint/2010/main">
    <mc:Choice Requires="p14">
      <p:transition spd="slow" p14:dur="6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grpSp>
        <p:nvGrpSpPr>
          <p:cNvPr id="160" name="Google Shape;667;p42">
            <a:extLst>
              <a:ext uri="{FF2B5EF4-FFF2-40B4-BE49-F238E27FC236}">
                <a16:creationId xmlns:a16="http://schemas.microsoft.com/office/drawing/2014/main" id="{B9678561-9438-CC6C-DD2C-9713F6B7627A}"/>
              </a:ext>
            </a:extLst>
          </p:cNvPr>
          <p:cNvGrpSpPr/>
          <p:nvPr/>
        </p:nvGrpSpPr>
        <p:grpSpPr>
          <a:xfrm>
            <a:off x="133565" y="1837189"/>
            <a:ext cx="2081129" cy="4518465"/>
            <a:chOff x="892205" y="1877744"/>
            <a:chExt cx="2153108" cy="4568183"/>
          </a:xfrm>
        </p:grpSpPr>
        <p:sp>
          <p:nvSpPr>
            <p:cNvPr id="161" name="Google Shape;668;p42">
              <a:extLst>
                <a:ext uri="{FF2B5EF4-FFF2-40B4-BE49-F238E27FC236}">
                  <a16:creationId xmlns:a16="http://schemas.microsoft.com/office/drawing/2014/main" id="{ED6E1AEE-E263-3772-5FB0-0E0C56894386}"/>
                </a:ext>
              </a:extLst>
            </p:cNvPr>
            <p:cNvSpPr/>
            <p:nvPr/>
          </p:nvSpPr>
          <p:spPr>
            <a:xfrm flipH="1">
              <a:off x="2341826" y="2563582"/>
              <a:ext cx="628725" cy="689748"/>
            </a:xfrm>
            <a:custGeom>
              <a:avLst/>
              <a:gdLst/>
              <a:ahLst/>
              <a:cxnLst/>
              <a:rect l="l" t="t" r="r" b="b"/>
              <a:pathLst>
                <a:path w="19617" h="21521" extrusionOk="0">
                  <a:moveTo>
                    <a:pt x="16967" y="1"/>
                  </a:moveTo>
                  <a:cubicBezTo>
                    <a:pt x="16642" y="1"/>
                    <a:pt x="16279" y="47"/>
                    <a:pt x="15874" y="147"/>
                  </a:cubicBezTo>
                  <a:cubicBezTo>
                    <a:pt x="14621" y="448"/>
                    <a:pt x="1" y="17925"/>
                    <a:pt x="134" y="19095"/>
                  </a:cubicBezTo>
                  <a:cubicBezTo>
                    <a:pt x="268" y="20214"/>
                    <a:pt x="936" y="20883"/>
                    <a:pt x="1872" y="21234"/>
                  </a:cubicBezTo>
                  <a:cubicBezTo>
                    <a:pt x="2418" y="21432"/>
                    <a:pt x="3053" y="21520"/>
                    <a:pt x="3725" y="21520"/>
                  </a:cubicBezTo>
                  <a:cubicBezTo>
                    <a:pt x="5831" y="21520"/>
                    <a:pt x="8304" y="20652"/>
                    <a:pt x="9558" y="19563"/>
                  </a:cubicBezTo>
                  <a:cubicBezTo>
                    <a:pt x="9575" y="19546"/>
                    <a:pt x="9591" y="19529"/>
                    <a:pt x="9608" y="19513"/>
                  </a:cubicBezTo>
                  <a:cubicBezTo>
                    <a:pt x="10811" y="18427"/>
                    <a:pt x="13367" y="15118"/>
                    <a:pt x="15523" y="12261"/>
                  </a:cubicBezTo>
                  <a:cubicBezTo>
                    <a:pt x="16358" y="11142"/>
                    <a:pt x="17127" y="10106"/>
                    <a:pt x="17728" y="9270"/>
                  </a:cubicBezTo>
                  <a:cubicBezTo>
                    <a:pt x="18965" y="7583"/>
                    <a:pt x="19616" y="5528"/>
                    <a:pt x="19550" y="3439"/>
                  </a:cubicBezTo>
                  <a:cubicBezTo>
                    <a:pt x="19492" y="1677"/>
                    <a:pt x="18919" y="1"/>
                    <a:pt x="16967" y="1"/>
                  </a:cubicBezTo>
                  <a:close/>
                </a:path>
              </a:pathLst>
            </a:custGeom>
            <a:solidFill>
              <a:schemeClr val="dk1"/>
            </a:solidFill>
            <a:ln>
              <a:noFill/>
            </a:ln>
          </p:spPr>
          <p:txBody>
            <a:bodyPr spcFirstLastPara="1" wrap="square" lIns="121900" tIns="121900" rIns="121900" bIns="121900" anchor="ctr" anchorCtr="0">
              <a:noAutofit/>
            </a:bodyPr>
            <a:lstStyle/>
            <a:p>
              <a:pPr algn="l" rtl="0"/>
              <a:endParaRPr sz="2400" dirty="0"/>
            </a:p>
          </p:txBody>
        </p:sp>
        <p:sp>
          <p:nvSpPr>
            <p:cNvPr id="162" name="Google Shape;669;p42">
              <a:extLst>
                <a:ext uri="{FF2B5EF4-FFF2-40B4-BE49-F238E27FC236}">
                  <a16:creationId xmlns:a16="http://schemas.microsoft.com/office/drawing/2014/main" id="{75865DB0-1923-D44D-12EB-6A6F4E816C4F}"/>
                </a:ext>
              </a:extLst>
            </p:cNvPr>
            <p:cNvSpPr/>
            <p:nvPr/>
          </p:nvSpPr>
          <p:spPr>
            <a:xfrm flipH="1">
              <a:off x="892205" y="3696614"/>
              <a:ext cx="327231" cy="344377"/>
            </a:xfrm>
            <a:custGeom>
              <a:avLst/>
              <a:gdLst/>
              <a:ahLst/>
              <a:cxnLst/>
              <a:rect l="l" t="t" r="r" b="b"/>
              <a:pathLst>
                <a:path w="10210" h="10745" extrusionOk="0">
                  <a:moveTo>
                    <a:pt x="3225" y="0"/>
                  </a:moveTo>
                  <a:lnTo>
                    <a:pt x="1" y="3292"/>
                  </a:lnTo>
                  <a:lnTo>
                    <a:pt x="3643" y="7319"/>
                  </a:lnTo>
                  <a:lnTo>
                    <a:pt x="3643" y="7302"/>
                  </a:lnTo>
                  <a:cubicBezTo>
                    <a:pt x="4273" y="8678"/>
                    <a:pt x="7222" y="10744"/>
                    <a:pt x="7611" y="10744"/>
                  </a:cubicBezTo>
                  <a:cubicBezTo>
                    <a:pt x="7614" y="10744"/>
                    <a:pt x="7617" y="10744"/>
                    <a:pt x="7620" y="10744"/>
                  </a:cubicBezTo>
                  <a:cubicBezTo>
                    <a:pt x="8255" y="10694"/>
                    <a:pt x="5080" y="8037"/>
                    <a:pt x="5331" y="7903"/>
                  </a:cubicBezTo>
                  <a:cubicBezTo>
                    <a:pt x="5335" y="7901"/>
                    <a:pt x="5341" y="7900"/>
                    <a:pt x="5347" y="7900"/>
                  </a:cubicBezTo>
                  <a:cubicBezTo>
                    <a:pt x="5657" y="7900"/>
                    <a:pt x="7943" y="10518"/>
                    <a:pt x="8498" y="10518"/>
                  </a:cubicBezTo>
                  <a:cubicBezTo>
                    <a:pt x="8537" y="10518"/>
                    <a:pt x="8568" y="10505"/>
                    <a:pt x="8589" y="10477"/>
                  </a:cubicBezTo>
                  <a:cubicBezTo>
                    <a:pt x="8923" y="10025"/>
                    <a:pt x="5982" y="7369"/>
                    <a:pt x="6216" y="7252"/>
                  </a:cubicBezTo>
                  <a:cubicBezTo>
                    <a:pt x="6221" y="7250"/>
                    <a:pt x="6226" y="7249"/>
                    <a:pt x="6233" y="7249"/>
                  </a:cubicBezTo>
                  <a:cubicBezTo>
                    <a:pt x="6533" y="7249"/>
                    <a:pt x="8514" y="9563"/>
                    <a:pt x="8940" y="9825"/>
                  </a:cubicBezTo>
                  <a:cubicBezTo>
                    <a:pt x="9138" y="9952"/>
                    <a:pt x="9324" y="10041"/>
                    <a:pt x="9455" y="10041"/>
                  </a:cubicBezTo>
                  <a:cubicBezTo>
                    <a:pt x="9601" y="10041"/>
                    <a:pt x="9677" y="9931"/>
                    <a:pt x="9625" y="9641"/>
                  </a:cubicBezTo>
                  <a:cubicBezTo>
                    <a:pt x="9541" y="9090"/>
                    <a:pt x="6968" y="6784"/>
                    <a:pt x="7102" y="6567"/>
                  </a:cubicBezTo>
                  <a:cubicBezTo>
                    <a:pt x="7106" y="6559"/>
                    <a:pt x="7114" y="6555"/>
                    <a:pt x="7124" y="6555"/>
                  </a:cubicBezTo>
                  <a:cubicBezTo>
                    <a:pt x="7380" y="6555"/>
                    <a:pt x="9288" y="8932"/>
                    <a:pt x="9853" y="8932"/>
                  </a:cubicBezTo>
                  <a:cubicBezTo>
                    <a:pt x="9920" y="8932"/>
                    <a:pt x="9968" y="8898"/>
                    <a:pt x="9992" y="8822"/>
                  </a:cubicBezTo>
                  <a:cubicBezTo>
                    <a:pt x="10176" y="8254"/>
                    <a:pt x="7002" y="4662"/>
                    <a:pt x="7001" y="4662"/>
                  </a:cubicBezTo>
                  <a:lnTo>
                    <a:pt x="7001" y="4662"/>
                  </a:lnTo>
                  <a:lnTo>
                    <a:pt x="7887" y="5013"/>
                  </a:lnTo>
                  <a:cubicBezTo>
                    <a:pt x="7887" y="5013"/>
                    <a:pt x="9091" y="6202"/>
                    <a:pt x="9634" y="6202"/>
                  </a:cubicBezTo>
                  <a:cubicBezTo>
                    <a:pt x="9674" y="6202"/>
                    <a:pt x="9710" y="6196"/>
                    <a:pt x="9742" y="6182"/>
                  </a:cubicBezTo>
                  <a:cubicBezTo>
                    <a:pt x="10210" y="5982"/>
                    <a:pt x="8956" y="4395"/>
                    <a:pt x="8539" y="4127"/>
                  </a:cubicBezTo>
                  <a:cubicBezTo>
                    <a:pt x="8152" y="3884"/>
                    <a:pt x="7186" y="3234"/>
                    <a:pt x="6065" y="3234"/>
                  </a:cubicBezTo>
                  <a:cubicBezTo>
                    <a:pt x="5879" y="3234"/>
                    <a:pt x="5690" y="3252"/>
                    <a:pt x="5498" y="3292"/>
                  </a:cubicBezTo>
                  <a:lnTo>
                    <a:pt x="3225" y="0"/>
                  </a:ln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pPr algn="l" rtl="0"/>
              <a:endParaRPr sz="2400"/>
            </a:p>
          </p:txBody>
        </p:sp>
        <p:sp>
          <p:nvSpPr>
            <p:cNvPr id="163" name="Google Shape;670;p42">
              <a:extLst>
                <a:ext uri="{FF2B5EF4-FFF2-40B4-BE49-F238E27FC236}">
                  <a16:creationId xmlns:a16="http://schemas.microsoft.com/office/drawing/2014/main" id="{F4D1BDF1-877A-67CB-F39D-94FACBEEA56D}"/>
                </a:ext>
              </a:extLst>
            </p:cNvPr>
            <p:cNvSpPr/>
            <p:nvPr/>
          </p:nvSpPr>
          <p:spPr>
            <a:xfrm flipH="1">
              <a:off x="1029827" y="2559512"/>
              <a:ext cx="866504" cy="1334177"/>
            </a:xfrm>
            <a:custGeom>
              <a:avLst/>
              <a:gdLst/>
              <a:ahLst/>
              <a:cxnLst/>
              <a:rect l="l" t="t" r="r" b="b"/>
              <a:pathLst>
                <a:path w="27036" h="41628" extrusionOk="0">
                  <a:moveTo>
                    <a:pt x="4994" y="0"/>
                  </a:moveTo>
                  <a:cubicBezTo>
                    <a:pt x="4279" y="0"/>
                    <a:pt x="3489" y="454"/>
                    <a:pt x="2507" y="1411"/>
                  </a:cubicBezTo>
                  <a:cubicBezTo>
                    <a:pt x="1" y="3833"/>
                    <a:pt x="4145" y="21177"/>
                    <a:pt x="6751" y="25354"/>
                  </a:cubicBezTo>
                  <a:cubicBezTo>
                    <a:pt x="9341" y="29514"/>
                    <a:pt x="21321" y="41628"/>
                    <a:pt x="21321" y="41628"/>
                  </a:cubicBezTo>
                  <a:lnTo>
                    <a:pt x="27035" y="35780"/>
                  </a:lnTo>
                  <a:lnTo>
                    <a:pt x="15523" y="20124"/>
                  </a:lnTo>
                  <a:cubicBezTo>
                    <a:pt x="15523" y="20124"/>
                    <a:pt x="10678" y="7342"/>
                    <a:pt x="8539" y="3633"/>
                  </a:cubicBezTo>
                  <a:cubicBezTo>
                    <a:pt x="7196" y="1293"/>
                    <a:pt x="6202" y="0"/>
                    <a:pt x="4994" y="0"/>
                  </a:cubicBezTo>
                  <a:close/>
                </a:path>
              </a:pathLst>
            </a:custGeom>
            <a:solidFill>
              <a:schemeClr val="dk1"/>
            </a:solidFill>
            <a:ln>
              <a:noFill/>
            </a:ln>
          </p:spPr>
          <p:txBody>
            <a:bodyPr spcFirstLastPara="1" wrap="square" lIns="121900" tIns="121900" rIns="121900" bIns="121900" anchor="ctr" anchorCtr="0">
              <a:noAutofit/>
            </a:bodyPr>
            <a:lstStyle/>
            <a:p>
              <a:pPr algn="l" rtl="0"/>
              <a:endParaRPr sz="2400"/>
            </a:p>
          </p:txBody>
        </p:sp>
        <p:sp>
          <p:nvSpPr>
            <p:cNvPr id="164" name="Google Shape;671;p42">
              <a:extLst>
                <a:ext uri="{FF2B5EF4-FFF2-40B4-BE49-F238E27FC236}">
                  <a16:creationId xmlns:a16="http://schemas.microsoft.com/office/drawing/2014/main" id="{6B683FC2-D996-67E9-CAC3-6579F9794C9F}"/>
                </a:ext>
              </a:extLst>
            </p:cNvPr>
            <p:cNvSpPr/>
            <p:nvPr/>
          </p:nvSpPr>
          <p:spPr>
            <a:xfrm>
              <a:off x="2335726" y="6166387"/>
              <a:ext cx="709587" cy="279540"/>
            </a:xfrm>
            <a:custGeom>
              <a:avLst/>
              <a:gdLst/>
              <a:ahLst/>
              <a:cxnLst/>
              <a:rect l="l" t="t" r="r" b="b"/>
              <a:pathLst>
                <a:path w="22140" h="8722" extrusionOk="0">
                  <a:moveTo>
                    <a:pt x="8338" y="0"/>
                  </a:moveTo>
                  <a:lnTo>
                    <a:pt x="0" y="635"/>
                  </a:lnTo>
                  <a:lnTo>
                    <a:pt x="619" y="4795"/>
                  </a:lnTo>
                  <a:lnTo>
                    <a:pt x="1203" y="8722"/>
                  </a:lnTo>
                  <a:lnTo>
                    <a:pt x="22139" y="8722"/>
                  </a:lnTo>
                  <a:cubicBezTo>
                    <a:pt x="20986" y="7001"/>
                    <a:pt x="19199" y="5798"/>
                    <a:pt x="17160" y="5380"/>
                  </a:cubicBezTo>
                  <a:cubicBezTo>
                    <a:pt x="15656" y="5079"/>
                    <a:pt x="14186" y="4628"/>
                    <a:pt x="12766" y="4027"/>
                  </a:cubicBezTo>
                  <a:cubicBezTo>
                    <a:pt x="8488" y="2189"/>
                    <a:pt x="8338" y="0"/>
                    <a:pt x="8338" y="0"/>
                  </a:cubicBez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pPr algn="l" rtl="0"/>
              <a:endParaRPr sz="2400" dirty="0"/>
            </a:p>
          </p:txBody>
        </p:sp>
        <p:sp>
          <p:nvSpPr>
            <p:cNvPr id="165" name="Google Shape;672;p42">
              <a:extLst>
                <a:ext uri="{FF2B5EF4-FFF2-40B4-BE49-F238E27FC236}">
                  <a16:creationId xmlns:a16="http://schemas.microsoft.com/office/drawing/2014/main" id="{8979CA22-05BC-75F0-17F7-4804106D809B}"/>
                </a:ext>
              </a:extLst>
            </p:cNvPr>
            <p:cNvSpPr/>
            <p:nvPr/>
          </p:nvSpPr>
          <p:spPr>
            <a:xfrm>
              <a:off x="2355532" y="6295420"/>
              <a:ext cx="689780" cy="150507"/>
            </a:xfrm>
            <a:custGeom>
              <a:avLst/>
              <a:gdLst/>
              <a:ahLst/>
              <a:cxnLst/>
              <a:rect l="l" t="t" r="r" b="b"/>
              <a:pathLst>
                <a:path w="21522" h="4696" extrusionOk="0">
                  <a:moveTo>
                    <a:pt x="12148" y="1"/>
                  </a:moveTo>
                  <a:cubicBezTo>
                    <a:pt x="11329" y="903"/>
                    <a:pt x="10494" y="2006"/>
                    <a:pt x="10093" y="3092"/>
                  </a:cubicBezTo>
                  <a:cubicBezTo>
                    <a:pt x="5063" y="2657"/>
                    <a:pt x="1989" y="1337"/>
                    <a:pt x="1" y="769"/>
                  </a:cubicBezTo>
                  <a:lnTo>
                    <a:pt x="1" y="769"/>
                  </a:lnTo>
                  <a:lnTo>
                    <a:pt x="569" y="4696"/>
                  </a:lnTo>
                  <a:lnTo>
                    <a:pt x="21521" y="4696"/>
                  </a:lnTo>
                  <a:cubicBezTo>
                    <a:pt x="20368" y="2975"/>
                    <a:pt x="18581" y="1772"/>
                    <a:pt x="16542" y="1354"/>
                  </a:cubicBezTo>
                  <a:cubicBezTo>
                    <a:pt x="15038" y="1053"/>
                    <a:pt x="13568" y="602"/>
                    <a:pt x="12148" y="1"/>
                  </a:cubicBezTo>
                  <a:close/>
                </a:path>
              </a:pathLst>
            </a:custGeom>
            <a:solidFill>
              <a:schemeClr val="accent3"/>
            </a:solidFill>
            <a:ln>
              <a:noFill/>
            </a:ln>
          </p:spPr>
          <p:txBody>
            <a:bodyPr spcFirstLastPara="1" wrap="square" lIns="121900" tIns="121900" rIns="121900" bIns="121900" anchor="ctr" anchorCtr="0">
              <a:noAutofit/>
            </a:bodyPr>
            <a:lstStyle/>
            <a:p>
              <a:pPr algn="l" rtl="0"/>
              <a:endParaRPr sz="2400"/>
            </a:p>
          </p:txBody>
        </p:sp>
        <p:sp>
          <p:nvSpPr>
            <p:cNvPr id="166" name="Google Shape;673;p42">
              <a:extLst>
                <a:ext uri="{FF2B5EF4-FFF2-40B4-BE49-F238E27FC236}">
                  <a16:creationId xmlns:a16="http://schemas.microsoft.com/office/drawing/2014/main" id="{81119DF4-B433-EFBA-ED1D-35A7DE1DAAD5}"/>
                </a:ext>
              </a:extLst>
            </p:cNvPr>
            <p:cNvSpPr/>
            <p:nvPr/>
          </p:nvSpPr>
          <p:spPr>
            <a:xfrm>
              <a:off x="2056185" y="3844397"/>
              <a:ext cx="641577" cy="2492849"/>
            </a:xfrm>
            <a:custGeom>
              <a:avLst/>
              <a:gdLst/>
              <a:ahLst/>
              <a:cxnLst/>
              <a:rect l="l" t="t" r="r" b="b"/>
              <a:pathLst>
                <a:path w="20018" h="77780" extrusionOk="0">
                  <a:moveTo>
                    <a:pt x="13635" y="1"/>
                  </a:moveTo>
                  <a:lnTo>
                    <a:pt x="1" y="151"/>
                  </a:lnTo>
                  <a:lnTo>
                    <a:pt x="452" y="5214"/>
                  </a:lnTo>
                  <a:lnTo>
                    <a:pt x="6868" y="77779"/>
                  </a:lnTo>
                  <a:lnTo>
                    <a:pt x="20017" y="73201"/>
                  </a:lnTo>
                  <a:lnTo>
                    <a:pt x="14086" y="5214"/>
                  </a:lnTo>
                  <a:lnTo>
                    <a:pt x="13635" y="1"/>
                  </a:lnTo>
                  <a:close/>
                </a:path>
              </a:pathLst>
            </a:custGeom>
            <a:solidFill>
              <a:schemeClr val="accent1"/>
            </a:solidFill>
            <a:ln>
              <a:noFill/>
            </a:ln>
          </p:spPr>
          <p:txBody>
            <a:bodyPr spcFirstLastPara="1" wrap="square" lIns="121900" tIns="121900" rIns="121900" bIns="121900" anchor="ctr" anchorCtr="0">
              <a:noAutofit/>
            </a:bodyPr>
            <a:lstStyle/>
            <a:p>
              <a:pPr algn="l" rtl="0"/>
              <a:endParaRPr sz="2400"/>
            </a:p>
          </p:txBody>
        </p:sp>
        <p:sp>
          <p:nvSpPr>
            <p:cNvPr id="167" name="Google Shape;674;p42">
              <a:extLst>
                <a:ext uri="{FF2B5EF4-FFF2-40B4-BE49-F238E27FC236}">
                  <a16:creationId xmlns:a16="http://schemas.microsoft.com/office/drawing/2014/main" id="{996255AA-ED6D-BFB1-F13A-3D17CFF86AA5}"/>
                </a:ext>
              </a:extLst>
            </p:cNvPr>
            <p:cNvSpPr/>
            <p:nvPr/>
          </p:nvSpPr>
          <p:spPr>
            <a:xfrm>
              <a:off x="2056185" y="3844397"/>
              <a:ext cx="451456" cy="167109"/>
            </a:xfrm>
            <a:custGeom>
              <a:avLst/>
              <a:gdLst/>
              <a:ahLst/>
              <a:cxnLst/>
              <a:rect l="l" t="t" r="r" b="b"/>
              <a:pathLst>
                <a:path w="14086" h="5214" extrusionOk="0">
                  <a:moveTo>
                    <a:pt x="13635" y="1"/>
                  </a:moveTo>
                  <a:lnTo>
                    <a:pt x="1" y="151"/>
                  </a:lnTo>
                  <a:lnTo>
                    <a:pt x="452" y="5214"/>
                  </a:lnTo>
                  <a:lnTo>
                    <a:pt x="14086" y="5214"/>
                  </a:lnTo>
                  <a:lnTo>
                    <a:pt x="13635" y="1"/>
                  </a:lnTo>
                  <a:close/>
                </a:path>
              </a:pathLst>
            </a:custGeom>
            <a:solidFill>
              <a:schemeClr val="dk1"/>
            </a:solidFill>
            <a:ln>
              <a:noFill/>
            </a:ln>
          </p:spPr>
          <p:txBody>
            <a:bodyPr spcFirstLastPara="1" wrap="square" lIns="121900" tIns="121900" rIns="121900" bIns="121900" anchor="ctr" anchorCtr="0">
              <a:noAutofit/>
            </a:bodyPr>
            <a:lstStyle/>
            <a:p>
              <a:pPr algn="l" rtl="0"/>
              <a:endParaRPr sz="2400"/>
            </a:p>
          </p:txBody>
        </p:sp>
        <p:sp>
          <p:nvSpPr>
            <p:cNvPr id="168" name="Google Shape;675;p42">
              <a:extLst>
                <a:ext uri="{FF2B5EF4-FFF2-40B4-BE49-F238E27FC236}">
                  <a16:creationId xmlns:a16="http://schemas.microsoft.com/office/drawing/2014/main" id="{44DFAE78-3F37-EE7F-1C6C-494EFD14C8CA}"/>
                </a:ext>
              </a:extLst>
            </p:cNvPr>
            <p:cNvSpPr/>
            <p:nvPr/>
          </p:nvSpPr>
          <p:spPr>
            <a:xfrm>
              <a:off x="1324131" y="6166387"/>
              <a:ext cx="680678" cy="279540"/>
            </a:xfrm>
            <a:custGeom>
              <a:avLst/>
              <a:gdLst/>
              <a:ahLst/>
              <a:cxnLst/>
              <a:rect l="l" t="t" r="r" b="b"/>
              <a:pathLst>
                <a:path w="21238" h="8722" extrusionOk="0">
                  <a:moveTo>
                    <a:pt x="12816" y="0"/>
                  </a:moveTo>
                  <a:cubicBezTo>
                    <a:pt x="12816" y="0"/>
                    <a:pt x="12917" y="2189"/>
                    <a:pt x="8857" y="4027"/>
                  </a:cubicBezTo>
                  <a:cubicBezTo>
                    <a:pt x="7486" y="4628"/>
                    <a:pt x="6066" y="5079"/>
                    <a:pt x="4613" y="5380"/>
                  </a:cubicBezTo>
                  <a:cubicBezTo>
                    <a:pt x="1204" y="6132"/>
                    <a:pt x="1" y="8722"/>
                    <a:pt x="1" y="8722"/>
                  </a:cubicBezTo>
                  <a:lnTo>
                    <a:pt x="20937" y="8722"/>
                  </a:lnTo>
                  <a:lnTo>
                    <a:pt x="21087" y="4795"/>
                  </a:lnTo>
                  <a:lnTo>
                    <a:pt x="21238" y="635"/>
                  </a:lnTo>
                  <a:lnTo>
                    <a:pt x="12816" y="0"/>
                  </a:ln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pPr algn="l" rtl="0"/>
              <a:endParaRPr sz="2400" dirty="0"/>
            </a:p>
          </p:txBody>
        </p:sp>
        <p:sp>
          <p:nvSpPr>
            <p:cNvPr id="169" name="Google Shape;676;p42">
              <a:extLst>
                <a:ext uri="{FF2B5EF4-FFF2-40B4-BE49-F238E27FC236}">
                  <a16:creationId xmlns:a16="http://schemas.microsoft.com/office/drawing/2014/main" id="{05ED8565-FF02-EAB3-C0E5-79AC9504C4C4}"/>
                </a:ext>
              </a:extLst>
            </p:cNvPr>
            <p:cNvSpPr/>
            <p:nvPr/>
          </p:nvSpPr>
          <p:spPr>
            <a:xfrm>
              <a:off x="1324131" y="6295420"/>
              <a:ext cx="675870" cy="150507"/>
            </a:xfrm>
            <a:custGeom>
              <a:avLst/>
              <a:gdLst/>
              <a:ahLst/>
              <a:cxnLst/>
              <a:rect l="l" t="t" r="r" b="b"/>
              <a:pathLst>
                <a:path w="21088" h="4696" extrusionOk="0">
                  <a:moveTo>
                    <a:pt x="8857" y="1"/>
                  </a:moveTo>
                  <a:cubicBezTo>
                    <a:pt x="7486" y="602"/>
                    <a:pt x="6066" y="1053"/>
                    <a:pt x="4613" y="1354"/>
                  </a:cubicBezTo>
                  <a:cubicBezTo>
                    <a:pt x="1204" y="2106"/>
                    <a:pt x="1" y="4696"/>
                    <a:pt x="1" y="4696"/>
                  </a:cubicBezTo>
                  <a:lnTo>
                    <a:pt x="20937" y="4696"/>
                  </a:lnTo>
                  <a:lnTo>
                    <a:pt x="21087" y="769"/>
                  </a:lnTo>
                  <a:lnTo>
                    <a:pt x="21087" y="769"/>
                  </a:lnTo>
                  <a:cubicBezTo>
                    <a:pt x="19166" y="1337"/>
                    <a:pt x="16225" y="2657"/>
                    <a:pt x="11246" y="3092"/>
                  </a:cubicBezTo>
                  <a:cubicBezTo>
                    <a:pt x="10728" y="2006"/>
                    <a:pt x="9775" y="903"/>
                    <a:pt x="8857" y="1"/>
                  </a:cubicBezTo>
                  <a:close/>
                </a:path>
              </a:pathLst>
            </a:custGeom>
            <a:solidFill>
              <a:schemeClr val="accent3"/>
            </a:solidFill>
            <a:ln>
              <a:noFill/>
            </a:ln>
          </p:spPr>
          <p:txBody>
            <a:bodyPr spcFirstLastPara="1" wrap="square" lIns="121900" tIns="121900" rIns="121900" bIns="121900" anchor="ctr" anchorCtr="0">
              <a:noAutofit/>
            </a:bodyPr>
            <a:lstStyle/>
            <a:p>
              <a:pPr algn="l" rtl="0"/>
              <a:endParaRPr sz="2400"/>
            </a:p>
          </p:txBody>
        </p:sp>
        <p:sp>
          <p:nvSpPr>
            <p:cNvPr id="170" name="Google Shape;677;p42">
              <a:extLst>
                <a:ext uri="{FF2B5EF4-FFF2-40B4-BE49-F238E27FC236}">
                  <a16:creationId xmlns:a16="http://schemas.microsoft.com/office/drawing/2014/main" id="{DD30A533-5D46-0A99-0770-C9D5039C5F1D}"/>
                </a:ext>
              </a:extLst>
            </p:cNvPr>
            <p:cNvSpPr/>
            <p:nvPr/>
          </p:nvSpPr>
          <p:spPr>
            <a:xfrm>
              <a:off x="1587614" y="3844397"/>
              <a:ext cx="493249" cy="2492849"/>
            </a:xfrm>
            <a:custGeom>
              <a:avLst/>
              <a:gdLst/>
              <a:ahLst/>
              <a:cxnLst/>
              <a:rect l="l" t="t" r="r" b="b"/>
              <a:pathLst>
                <a:path w="15390" h="77780" extrusionOk="0">
                  <a:moveTo>
                    <a:pt x="1" y="1"/>
                  </a:moveTo>
                  <a:lnTo>
                    <a:pt x="118" y="5214"/>
                  </a:lnTo>
                  <a:lnTo>
                    <a:pt x="1738" y="73201"/>
                  </a:lnTo>
                  <a:lnTo>
                    <a:pt x="15389" y="77779"/>
                  </a:lnTo>
                  <a:lnTo>
                    <a:pt x="13768" y="5214"/>
                  </a:lnTo>
                  <a:lnTo>
                    <a:pt x="13651" y="151"/>
                  </a:lnTo>
                  <a:lnTo>
                    <a:pt x="1" y="1"/>
                  </a:lnTo>
                  <a:close/>
                </a:path>
              </a:pathLst>
            </a:custGeom>
            <a:solidFill>
              <a:schemeClr val="accent1"/>
            </a:solidFill>
            <a:ln>
              <a:noFill/>
            </a:ln>
          </p:spPr>
          <p:txBody>
            <a:bodyPr spcFirstLastPara="1" wrap="square" lIns="121900" tIns="121900" rIns="121900" bIns="121900" anchor="ctr" anchorCtr="0">
              <a:noAutofit/>
            </a:bodyPr>
            <a:lstStyle/>
            <a:p>
              <a:pPr algn="l" rtl="0"/>
              <a:endParaRPr sz="2400"/>
            </a:p>
          </p:txBody>
        </p:sp>
        <p:sp>
          <p:nvSpPr>
            <p:cNvPr id="171" name="Google Shape;678;p42">
              <a:extLst>
                <a:ext uri="{FF2B5EF4-FFF2-40B4-BE49-F238E27FC236}">
                  <a16:creationId xmlns:a16="http://schemas.microsoft.com/office/drawing/2014/main" id="{A9BBB0B4-7C84-1D1E-D55F-FB3F797B89BC}"/>
                </a:ext>
              </a:extLst>
            </p:cNvPr>
            <p:cNvSpPr/>
            <p:nvPr/>
          </p:nvSpPr>
          <p:spPr>
            <a:xfrm>
              <a:off x="1587614" y="3844397"/>
              <a:ext cx="441296" cy="167109"/>
            </a:xfrm>
            <a:custGeom>
              <a:avLst/>
              <a:gdLst/>
              <a:ahLst/>
              <a:cxnLst/>
              <a:rect l="l" t="t" r="r" b="b"/>
              <a:pathLst>
                <a:path w="13769" h="5214" extrusionOk="0">
                  <a:moveTo>
                    <a:pt x="1" y="1"/>
                  </a:moveTo>
                  <a:lnTo>
                    <a:pt x="118" y="5214"/>
                  </a:lnTo>
                  <a:lnTo>
                    <a:pt x="13768" y="5214"/>
                  </a:lnTo>
                  <a:lnTo>
                    <a:pt x="13651" y="151"/>
                  </a:lnTo>
                  <a:lnTo>
                    <a:pt x="1" y="1"/>
                  </a:lnTo>
                  <a:close/>
                </a:path>
              </a:pathLst>
            </a:custGeom>
            <a:solidFill>
              <a:schemeClr val="dk1"/>
            </a:solidFill>
            <a:ln>
              <a:noFill/>
            </a:ln>
          </p:spPr>
          <p:txBody>
            <a:bodyPr spcFirstLastPara="1" wrap="square" lIns="121900" tIns="121900" rIns="121900" bIns="121900" anchor="ctr" anchorCtr="0">
              <a:noAutofit/>
            </a:bodyPr>
            <a:lstStyle/>
            <a:p>
              <a:pPr algn="l" rtl="0"/>
              <a:endParaRPr sz="2400"/>
            </a:p>
          </p:txBody>
        </p:sp>
        <p:sp>
          <p:nvSpPr>
            <p:cNvPr id="172" name="Google Shape;679;p42">
              <a:extLst>
                <a:ext uri="{FF2B5EF4-FFF2-40B4-BE49-F238E27FC236}">
                  <a16:creationId xmlns:a16="http://schemas.microsoft.com/office/drawing/2014/main" id="{6A6BDD5B-830A-7C7D-BE84-C927E0C73138}"/>
                </a:ext>
              </a:extLst>
            </p:cNvPr>
            <p:cNvSpPr/>
            <p:nvPr/>
          </p:nvSpPr>
          <p:spPr>
            <a:xfrm flipH="1">
              <a:off x="1542307" y="2497591"/>
              <a:ext cx="1020184" cy="1385938"/>
            </a:xfrm>
            <a:custGeom>
              <a:avLst/>
              <a:gdLst/>
              <a:ahLst/>
              <a:cxnLst/>
              <a:rect l="l" t="t" r="r" b="b"/>
              <a:pathLst>
                <a:path w="31831" h="43243" extrusionOk="0">
                  <a:moveTo>
                    <a:pt x="9708" y="1"/>
                  </a:moveTo>
                  <a:cubicBezTo>
                    <a:pt x="9708" y="1"/>
                    <a:pt x="9240" y="68"/>
                    <a:pt x="8522" y="201"/>
                  </a:cubicBezTo>
                  <a:cubicBezTo>
                    <a:pt x="6834" y="519"/>
                    <a:pt x="3877" y="1187"/>
                    <a:pt x="3142" y="2206"/>
                  </a:cubicBezTo>
                  <a:cubicBezTo>
                    <a:pt x="2089" y="3643"/>
                    <a:pt x="5381" y="20051"/>
                    <a:pt x="5381" y="20051"/>
                  </a:cubicBezTo>
                  <a:cubicBezTo>
                    <a:pt x="5381" y="20051"/>
                    <a:pt x="0" y="37846"/>
                    <a:pt x="736" y="43243"/>
                  </a:cubicBezTo>
                  <a:lnTo>
                    <a:pt x="31797" y="43243"/>
                  </a:lnTo>
                  <a:cubicBezTo>
                    <a:pt x="31830" y="42207"/>
                    <a:pt x="31763" y="41187"/>
                    <a:pt x="31596" y="40168"/>
                  </a:cubicBezTo>
                  <a:cubicBezTo>
                    <a:pt x="31329" y="38581"/>
                    <a:pt x="26784" y="23894"/>
                    <a:pt x="25865" y="21438"/>
                  </a:cubicBezTo>
                  <a:cubicBezTo>
                    <a:pt x="27169" y="14688"/>
                    <a:pt x="27570" y="4061"/>
                    <a:pt x="27336" y="2825"/>
                  </a:cubicBezTo>
                  <a:cubicBezTo>
                    <a:pt x="27102" y="1588"/>
                    <a:pt x="24696" y="970"/>
                    <a:pt x="23576" y="736"/>
                  </a:cubicBezTo>
                  <a:cubicBezTo>
                    <a:pt x="23025" y="619"/>
                    <a:pt x="22223" y="502"/>
                    <a:pt x="21538" y="402"/>
                  </a:cubicBezTo>
                  <a:cubicBezTo>
                    <a:pt x="20803" y="302"/>
                    <a:pt x="20201" y="235"/>
                    <a:pt x="20201" y="235"/>
                  </a:cubicBezTo>
                  <a:lnTo>
                    <a:pt x="9708" y="1"/>
                  </a:lnTo>
                  <a:close/>
                </a:path>
              </a:pathLst>
            </a:custGeom>
            <a:solidFill>
              <a:schemeClr val="accent1"/>
            </a:solidFill>
            <a:ln>
              <a:noFill/>
            </a:ln>
          </p:spPr>
          <p:txBody>
            <a:bodyPr spcFirstLastPara="1" wrap="square" lIns="121900" tIns="121900" rIns="121900" bIns="121900" anchor="ctr" anchorCtr="0">
              <a:noAutofit/>
            </a:bodyPr>
            <a:lstStyle/>
            <a:p>
              <a:pPr algn="l" rtl="0"/>
              <a:endParaRPr sz="2400"/>
            </a:p>
          </p:txBody>
        </p:sp>
        <p:sp>
          <p:nvSpPr>
            <p:cNvPr id="173" name="Google Shape;680;p42">
              <a:extLst>
                <a:ext uri="{FF2B5EF4-FFF2-40B4-BE49-F238E27FC236}">
                  <a16:creationId xmlns:a16="http://schemas.microsoft.com/office/drawing/2014/main" id="{8922A5C4-B20E-3AA3-7538-9FDD2C342AC6}"/>
                </a:ext>
              </a:extLst>
            </p:cNvPr>
            <p:cNvSpPr/>
            <p:nvPr/>
          </p:nvSpPr>
          <p:spPr>
            <a:xfrm flipH="1">
              <a:off x="1714223" y="3525243"/>
              <a:ext cx="207267" cy="237875"/>
            </a:xfrm>
            <a:custGeom>
              <a:avLst/>
              <a:gdLst/>
              <a:ahLst/>
              <a:cxnLst/>
              <a:rect l="l" t="t" r="r" b="b"/>
              <a:pathLst>
                <a:path w="6467" h="7422" extrusionOk="0">
                  <a:moveTo>
                    <a:pt x="1" y="1"/>
                  </a:moveTo>
                  <a:lnTo>
                    <a:pt x="1" y="5163"/>
                  </a:lnTo>
                  <a:cubicBezTo>
                    <a:pt x="1" y="5163"/>
                    <a:pt x="134" y="6684"/>
                    <a:pt x="2156" y="7252"/>
                  </a:cubicBezTo>
                  <a:cubicBezTo>
                    <a:pt x="2560" y="7370"/>
                    <a:pt x="2959" y="7422"/>
                    <a:pt x="3340" y="7422"/>
                  </a:cubicBezTo>
                  <a:cubicBezTo>
                    <a:pt x="4853" y="7422"/>
                    <a:pt x="6090" y="6602"/>
                    <a:pt x="6250" y="5815"/>
                  </a:cubicBezTo>
                  <a:cubicBezTo>
                    <a:pt x="6467" y="4746"/>
                    <a:pt x="6333" y="251"/>
                    <a:pt x="6316" y="151"/>
                  </a:cubicBezTo>
                  <a:lnTo>
                    <a:pt x="1" y="1"/>
                  </a:lnTo>
                  <a:close/>
                </a:path>
              </a:pathLst>
            </a:custGeom>
            <a:solidFill>
              <a:schemeClr val="dk1"/>
            </a:solidFill>
            <a:ln>
              <a:noFill/>
            </a:ln>
          </p:spPr>
          <p:txBody>
            <a:bodyPr spcFirstLastPara="1" wrap="square" lIns="121900" tIns="121900" rIns="121900" bIns="121900" anchor="ctr" anchorCtr="0">
              <a:noAutofit/>
            </a:bodyPr>
            <a:lstStyle/>
            <a:p>
              <a:pPr algn="l" rtl="0"/>
              <a:endParaRPr sz="2400"/>
            </a:p>
          </p:txBody>
        </p:sp>
        <p:sp>
          <p:nvSpPr>
            <p:cNvPr id="174" name="Google Shape;681;p42">
              <a:extLst>
                <a:ext uri="{FF2B5EF4-FFF2-40B4-BE49-F238E27FC236}">
                  <a16:creationId xmlns:a16="http://schemas.microsoft.com/office/drawing/2014/main" id="{40CACDA2-62F5-445E-0653-3E5B2296054F}"/>
                </a:ext>
              </a:extLst>
            </p:cNvPr>
            <p:cNvSpPr/>
            <p:nvPr/>
          </p:nvSpPr>
          <p:spPr>
            <a:xfrm flipH="1">
              <a:off x="2194043" y="3525243"/>
              <a:ext cx="207267" cy="237875"/>
            </a:xfrm>
            <a:custGeom>
              <a:avLst/>
              <a:gdLst/>
              <a:ahLst/>
              <a:cxnLst/>
              <a:rect l="l" t="t" r="r" b="b"/>
              <a:pathLst>
                <a:path w="6467" h="7422" extrusionOk="0">
                  <a:moveTo>
                    <a:pt x="1" y="1"/>
                  </a:moveTo>
                  <a:lnTo>
                    <a:pt x="1" y="5163"/>
                  </a:lnTo>
                  <a:cubicBezTo>
                    <a:pt x="1" y="5163"/>
                    <a:pt x="151" y="6684"/>
                    <a:pt x="2156" y="7252"/>
                  </a:cubicBezTo>
                  <a:cubicBezTo>
                    <a:pt x="2560" y="7370"/>
                    <a:pt x="2959" y="7422"/>
                    <a:pt x="3340" y="7422"/>
                  </a:cubicBezTo>
                  <a:cubicBezTo>
                    <a:pt x="4853" y="7422"/>
                    <a:pt x="6090" y="6602"/>
                    <a:pt x="6250" y="5815"/>
                  </a:cubicBezTo>
                  <a:cubicBezTo>
                    <a:pt x="6467" y="4746"/>
                    <a:pt x="6333" y="251"/>
                    <a:pt x="6317" y="151"/>
                  </a:cubicBezTo>
                  <a:lnTo>
                    <a:pt x="1" y="1"/>
                  </a:lnTo>
                  <a:close/>
                </a:path>
              </a:pathLst>
            </a:custGeom>
            <a:solidFill>
              <a:schemeClr val="dk1"/>
            </a:solidFill>
            <a:ln>
              <a:noFill/>
            </a:ln>
          </p:spPr>
          <p:txBody>
            <a:bodyPr spcFirstLastPara="1" wrap="square" lIns="121900" tIns="121900" rIns="121900" bIns="121900" anchor="ctr" anchorCtr="0">
              <a:noAutofit/>
            </a:bodyPr>
            <a:lstStyle/>
            <a:p>
              <a:pPr algn="l" rtl="0"/>
              <a:endParaRPr sz="2400"/>
            </a:p>
          </p:txBody>
        </p:sp>
        <p:sp>
          <p:nvSpPr>
            <p:cNvPr id="175" name="Google Shape;682;p42">
              <a:extLst>
                <a:ext uri="{FF2B5EF4-FFF2-40B4-BE49-F238E27FC236}">
                  <a16:creationId xmlns:a16="http://schemas.microsoft.com/office/drawing/2014/main" id="{780368F7-6001-A3B0-56E6-1C2CD3C95F48}"/>
                </a:ext>
              </a:extLst>
            </p:cNvPr>
            <p:cNvSpPr/>
            <p:nvPr/>
          </p:nvSpPr>
          <p:spPr>
            <a:xfrm flipH="1">
              <a:off x="1872197" y="2497591"/>
              <a:ext cx="417195" cy="264060"/>
            </a:xfrm>
            <a:custGeom>
              <a:avLst/>
              <a:gdLst/>
              <a:ahLst/>
              <a:cxnLst/>
              <a:rect l="l" t="t" r="r" b="b"/>
              <a:pathLst>
                <a:path w="13017" h="8239" extrusionOk="0">
                  <a:moveTo>
                    <a:pt x="1187" y="1"/>
                  </a:moveTo>
                  <a:cubicBezTo>
                    <a:pt x="1187" y="1"/>
                    <a:pt x="719" y="68"/>
                    <a:pt x="1" y="201"/>
                  </a:cubicBezTo>
                  <a:cubicBezTo>
                    <a:pt x="268" y="2023"/>
                    <a:pt x="2975" y="7419"/>
                    <a:pt x="6534" y="8238"/>
                  </a:cubicBezTo>
                  <a:cubicBezTo>
                    <a:pt x="10477" y="6668"/>
                    <a:pt x="12716" y="3075"/>
                    <a:pt x="13017" y="402"/>
                  </a:cubicBezTo>
                  <a:cubicBezTo>
                    <a:pt x="12282" y="302"/>
                    <a:pt x="11680" y="235"/>
                    <a:pt x="11680" y="235"/>
                  </a:cubicBezTo>
                  <a:lnTo>
                    <a:pt x="1187" y="1"/>
                  </a:lnTo>
                  <a:close/>
                </a:path>
              </a:pathLst>
            </a:custGeom>
            <a:solidFill>
              <a:schemeClr val="dk1"/>
            </a:solidFill>
            <a:ln>
              <a:noFill/>
            </a:ln>
          </p:spPr>
          <p:txBody>
            <a:bodyPr spcFirstLastPara="1" wrap="square" lIns="121900" tIns="121900" rIns="121900" bIns="121900" anchor="ctr" anchorCtr="0">
              <a:noAutofit/>
            </a:bodyPr>
            <a:lstStyle/>
            <a:p>
              <a:pPr algn="l" rtl="0"/>
              <a:endParaRPr sz="2400"/>
            </a:p>
          </p:txBody>
        </p:sp>
        <p:sp>
          <p:nvSpPr>
            <p:cNvPr id="176" name="Google Shape;683;p42">
              <a:extLst>
                <a:ext uri="{FF2B5EF4-FFF2-40B4-BE49-F238E27FC236}">
                  <a16:creationId xmlns:a16="http://schemas.microsoft.com/office/drawing/2014/main" id="{40C63781-B458-3433-912D-7CDEFD74D1E5}"/>
                </a:ext>
              </a:extLst>
            </p:cNvPr>
            <p:cNvSpPr/>
            <p:nvPr/>
          </p:nvSpPr>
          <p:spPr>
            <a:xfrm flipH="1">
              <a:off x="1813289" y="2773927"/>
              <a:ext cx="543568" cy="655487"/>
            </a:xfrm>
            <a:custGeom>
              <a:avLst/>
              <a:gdLst/>
              <a:ahLst/>
              <a:cxnLst/>
              <a:rect l="l" t="t" r="r" b="b"/>
              <a:pathLst>
                <a:path w="16960" h="20452" extrusionOk="0">
                  <a:moveTo>
                    <a:pt x="986" y="0"/>
                  </a:moveTo>
                  <a:cubicBezTo>
                    <a:pt x="435" y="0"/>
                    <a:pt x="1" y="452"/>
                    <a:pt x="17" y="1003"/>
                  </a:cubicBezTo>
                  <a:lnTo>
                    <a:pt x="34" y="1805"/>
                  </a:lnTo>
                  <a:cubicBezTo>
                    <a:pt x="17" y="1889"/>
                    <a:pt x="17" y="1972"/>
                    <a:pt x="17" y="2056"/>
                  </a:cubicBezTo>
                  <a:lnTo>
                    <a:pt x="602" y="19516"/>
                  </a:lnTo>
                  <a:cubicBezTo>
                    <a:pt x="619" y="20051"/>
                    <a:pt x="1053" y="20452"/>
                    <a:pt x="1571" y="20452"/>
                  </a:cubicBezTo>
                  <a:lnTo>
                    <a:pt x="15489" y="20452"/>
                  </a:lnTo>
                  <a:cubicBezTo>
                    <a:pt x="16007" y="20452"/>
                    <a:pt x="16442" y="20034"/>
                    <a:pt x="16459" y="19516"/>
                  </a:cubicBezTo>
                  <a:lnTo>
                    <a:pt x="16943" y="2072"/>
                  </a:lnTo>
                  <a:cubicBezTo>
                    <a:pt x="16943" y="2005"/>
                    <a:pt x="16943" y="1922"/>
                    <a:pt x="16926" y="1855"/>
                  </a:cubicBezTo>
                  <a:lnTo>
                    <a:pt x="16943" y="1020"/>
                  </a:lnTo>
                  <a:cubicBezTo>
                    <a:pt x="16960" y="468"/>
                    <a:pt x="16525" y="17"/>
                    <a:pt x="15974" y="17"/>
                  </a:cubicBezTo>
                  <a:lnTo>
                    <a:pt x="986" y="0"/>
                  </a:lnTo>
                  <a:close/>
                </a:path>
              </a:pathLst>
            </a:custGeom>
            <a:solidFill>
              <a:schemeClr val="accent3">
                <a:lumMod val="75000"/>
              </a:schemeClr>
            </a:solidFill>
            <a:ln>
              <a:noFill/>
            </a:ln>
          </p:spPr>
          <p:txBody>
            <a:bodyPr spcFirstLastPara="1" wrap="square" lIns="121900" tIns="121900" rIns="121900" bIns="121900" anchor="ctr" anchorCtr="0">
              <a:noAutofit/>
            </a:bodyPr>
            <a:lstStyle/>
            <a:p>
              <a:pPr algn="l" rtl="0"/>
              <a:endParaRPr sz="2400"/>
            </a:p>
          </p:txBody>
        </p:sp>
        <p:sp>
          <p:nvSpPr>
            <p:cNvPr id="177" name="Google Shape;684;p42">
              <a:extLst>
                <a:ext uri="{FF2B5EF4-FFF2-40B4-BE49-F238E27FC236}">
                  <a16:creationId xmlns:a16="http://schemas.microsoft.com/office/drawing/2014/main" id="{4DD5875C-49FB-4612-EB11-A2D00227F339}"/>
                </a:ext>
              </a:extLst>
            </p:cNvPr>
            <p:cNvSpPr/>
            <p:nvPr/>
          </p:nvSpPr>
          <p:spPr>
            <a:xfrm flipH="1">
              <a:off x="1987866" y="2739665"/>
              <a:ext cx="199223" cy="99099"/>
            </a:xfrm>
            <a:custGeom>
              <a:avLst/>
              <a:gdLst/>
              <a:ahLst/>
              <a:cxnLst/>
              <a:rect l="l" t="t" r="r" b="b"/>
              <a:pathLst>
                <a:path w="6216" h="3092" extrusionOk="0">
                  <a:moveTo>
                    <a:pt x="468" y="0"/>
                  </a:moveTo>
                  <a:cubicBezTo>
                    <a:pt x="217" y="0"/>
                    <a:pt x="0" y="217"/>
                    <a:pt x="0" y="485"/>
                  </a:cubicBezTo>
                  <a:lnTo>
                    <a:pt x="0" y="2607"/>
                  </a:lnTo>
                  <a:cubicBezTo>
                    <a:pt x="0" y="2874"/>
                    <a:pt x="217" y="3091"/>
                    <a:pt x="468" y="3091"/>
                  </a:cubicBezTo>
                  <a:lnTo>
                    <a:pt x="5731" y="3091"/>
                  </a:lnTo>
                  <a:cubicBezTo>
                    <a:pt x="5999" y="3091"/>
                    <a:pt x="6216" y="2874"/>
                    <a:pt x="6216" y="2607"/>
                  </a:cubicBezTo>
                  <a:lnTo>
                    <a:pt x="6216" y="485"/>
                  </a:lnTo>
                  <a:cubicBezTo>
                    <a:pt x="6216" y="217"/>
                    <a:pt x="5999" y="0"/>
                    <a:pt x="5731" y="0"/>
                  </a:cubicBezTo>
                  <a:close/>
                </a:path>
              </a:pathLst>
            </a:custGeom>
            <a:solidFill>
              <a:schemeClr val="lt1"/>
            </a:solidFill>
            <a:ln>
              <a:noFill/>
            </a:ln>
          </p:spPr>
          <p:txBody>
            <a:bodyPr spcFirstLastPara="1" wrap="square" lIns="121900" tIns="121900" rIns="121900" bIns="121900" anchor="ctr" anchorCtr="0">
              <a:noAutofit/>
            </a:bodyPr>
            <a:lstStyle/>
            <a:p>
              <a:pPr algn="l" rtl="0"/>
              <a:endParaRPr sz="2400"/>
            </a:p>
          </p:txBody>
        </p:sp>
        <p:sp>
          <p:nvSpPr>
            <p:cNvPr id="178" name="Google Shape;685;p42">
              <a:extLst>
                <a:ext uri="{FF2B5EF4-FFF2-40B4-BE49-F238E27FC236}">
                  <a16:creationId xmlns:a16="http://schemas.microsoft.com/office/drawing/2014/main" id="{93C41977-FE65-2314-88C8-6FB00B4F5982}"/>
                </a:ext>
              </a:extLst>
            </p:cNvPr>
            <p:cNvSpPr/>
            <p:nvPr/>
          </p:nvSpPr>
          <p:spPr>
            <a:xfrm flipH="1">
              <a:off x="2322019" y="2899178"/>
              <a:ext cx="163904" cy="223100"/>
            </a:xfrm>
            <a:custGeom>
              <a:avLst/>
              <a:gdLst/>
              <a:ahLst/>
              <a:cxnLst/>
              <a:rect l="l" t="t" r="r" b="b"/>
              <a:pathLst>
                <a:path w="5114" h="6961" extrusionOk="0">
                  <a:moveTo>
                    <a:pt x="4226" y="0"/>
                  </a:moveTo>
                  <a:cubicBezTo>
                    <a:pt x="3968" y="0"/>
                    <a:pt x="3709" y="76"/>
                    <a:pt x="3493" y="219"/>
                  </a:cubicBezTo>
                  <a:cubicBezTo>
                    <a:pt x="3042" y="570"/>
                    <a:pt x="953" y="3077"/>
                    <a:pt x="552" y="4129"/>
                  </a:cubicBezTo>
                  <a:cubicBezTo>
                    <a:pt x="151" y="5182"/>
                    <a:pt x="1" y="6418"/>
                    <a:pt x="619" y="6719"/>
                  </a:cubicBezTo>
                  <a:cubicBezTo>
                    <a:pt x="912" y="6870"/>
                    <a:pt x="1251" y="6960"/>
                    <a:pt x="1629" y="6960"/>
                  </a:cubicBezTo>
                  <a:cubicBezTo>
                    <a:pt x="2048" y="6960"/>
                    <a:pt x="2516" y="6849"/>
                    <a:pt x="3025" y="6585"/>
                  </a:cubicBezTo>
                  <a:cubicBezTo>
                    <a:pt x="3994" y="6084"/>
                    <a:pt x="4362" y="4647"/>
                    <a:pt x="4362" y="4597"/>
                  </a:cubicBezTo>
                  <a:cubicBezTo>
                    <a:pt x="4362" y="4547"/>
                    <a:pt x="5114" y="737"/>
                    <a:pt x="5114" y="737"/>
                  </a:cubicBezTo>
                  <a:cubicBezTo>
                    <a:pt x="5114" y="737"/>
                    <a:pt x="4913" y="136"/>
                    <a:pt x="4529" y="36"/>
                  </a:cubicBezTo>
                  <a:cubicBezTo>
                    <a:pt x="4430" y="12"/>
                    <a:pt x="4328" y="0"/>
                    <a:pt x="4226" y="0"/>
                  </a:cubicBez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pPr algn="l" rtl="0"/>
              <a:endParaRPr sz="2400"/>
            </a:p>
          </p:txBody>
        </p:sp>
        <p:sp>
          <p:nvSpPr>
            <p:cNvPr id="179" name="Google Shape;686;p42">
              <a:extLst>
                <a:ext uri="{FF2B5EF4-FFF2-40B4-BE49-F238E27FC236}">
                  <a16:creationId xmlns:a16="http://schemas.microsoft.com/office/drawing/2014/main" id="{B4FA0148-BCE9-A44B-2827-9A3595C4C2C4}"/>
                </a:ext>
              </a:extLst>
            </p:cNvPr>
            <p:cNvSpPr/>
            <p:nvPr/>
          </p:nvSpPr>
          <p:spPr>
            <a:xfrm flipH="1">
              <a:off x="2241157" y="2899883"/>
              <a:ext cx="137655" cy="182909"/>
            </a:xfrm>
            <a:custGeom>
              <a:avLst/>
              <a:gdLst/>
              <a:ahLst/>
              <a:cxnLst/>
              <a:rect l="l" t="t" r="r" b="b"/>
              <a:pathLst>
                <a:path w="4295" h="5707" extrusionOk="0">
                  <a:moveTo>
                    <a:pt x="1282" y="1"/>
                  </a:moveTo>
                  <a:cubicBezTo>
                    <a:pt x="1246" y="1"/>
                    <a:pt x="1214" y="5"/>
                    <a:pt x="1187" y="14"/>
                  </a:cubicBezTo>
                  <a:cubicBezTo>
                    <a:pt x="752" y="164"/>
                    <a:pt x="585" y="749"/>
                    <a:pt x="853" y="916"/>
                  </a:cubicBezTo>
                  <a:cubicBezTo>
                    <a:pt x="602" y="1016"/>
                    <a:pt x="435" y="1250"/>
                    <a:pt x="385" y="1501"/>
                  </a:cubicBezTo>
                  <a:cubicBezTo>
                    <a:pt x="335" y="1785"/>
                    <a:pt x="719" y="2002"/>
                    <a:pt x="719" y="2002"/>
                  </a:cubicBezTo>
                  <a:cubicBezTo>
                    <a:pt x="535" y="2102"/>
                    <a:pt x="351" y="2219"/>
                    <a:pt x="184" y="2370"/>
                  </a:cubicBezTo>
                  <a:cubicBezTo>
                    <a:pt x="51" y="2520"/>
                    <a:pt x="218" y="3121"/>
                    <a:pt x="351" y="3205"/>
                  </a:cubicBezTo>
                  <a:cubicBezTo>
                    <a:pt x="168" y="3656"/>
                    <a:pt x="1" y="3873"/>
                    <a:pt x="67" y="4091"/>
                  </a:cubicBezTo>
                  <a:cubicBezTo>
                    <a:pt x="117" y="4291"/>
                    <a:pt x="1270" y="5310"/>
                    <a:pt x="1638" y="5477"/>
                  </a:cubicBezTo>
                  <a:cubicBezTo>
                    <a:pt x="1872" y="5579"/>
                    <a:pt x="2417" y="5706"/>
                    <a:pt x="2856" y="5706"/>
                  </a:cubicBezTo>
                  <a:cubicBezTo>
                    <a:pt x="3137" y="5706"/>
                    <a:pt x="3374" y="5654"/>
                    <a:pt x="3459" y="5511"/>
                  </a:cubicBezTo>
                  <a:cubicBezTo>
                    <a:pt x="3493" y="5444"/>
                    <a:pt x="3509" y="5377"/>
                    <a:pt x="3509" y="5310"/>
                  </a:cubicBezTo>
                  <a:cubicBezTo>
                    <a:pt x="3476" y="5076"/>
                    <a:pt x="3142" y="4959"/>
                    <a:pt x="2975" y="4909"/>
                  </a:cubicBezTo>
                  <a:cubicBezTo>
                    <a:pt x="2590" y="4675"/>
                    <a:pt x="2206" y="4425"/>
                    <a:pt x="1838" y="4157"/>
                  </a:cubicBezTo>
                  <a:lnTo>
                    <a:pt x="1855" y="4157"/>
                  </a:lnTo>
                  <a:cubicBezTo>
                    <a:pt x="1954" y="4207"/>
                    <a:pt x="2653" y="4611"/>
                    <a:pt x="3114" y="4611"/>
                  </a:cubicBezTo>
                  <a:cubicBezTo>
                    <a:pt x="3277" y="4611"/>
                    <a:pt x="3410" y="4560"/>
                    <a:pt x="3476" y="4425"/>
                  </a:cubicBezTo>
                  <a:cubicBezTo>
                    <a:pt x="3727" y="3873"/>
                    <a:pt x="2741" y="3322"/>
                    <a:pt x="2457" y="3155"/>
                  </a:cubicBezTo>
                  <a:cubicBezTo>
                    <a:pt x="2106" y="2904"/>
                    <a:pt x="1788" y="2637"/>
                    <a:pt x="1488" y="2370"/>
                  </a:cubicBezTo>
                  <a:cubicBezTo>
                    <a:pt x="1516" y="2370"/>
                    <a:pt x="2627" y="2917"/>
                    <a:pt x="3224" y="2917"/>
                  </a:cubicBezTo>
                  <a:cubicBezTo>
                    <a:pt x="3335" y="2917"/>
                    <a:pt x="3427" y="2898"/>
                    <a:pt x="3493" y="2854"/>
                  </a:cubicBezTo>
                  <a:cubicBezTo>
                    <a:pt x="3526" y="2837"/>
                    <a:pt x="3576" y="2787"/>
                    <a:pt x="3593" y="2737"/>
                  </a:cubicBezTo>
                  <a:cubicBezTo>
                    <a:pt x="3727" y="2453"/>
                    <a:pt x="3275" y="2002"/>
                    <a:pt x="3242" y="1985"/>
                  </a:cubicBezTo>
                  <a:cubicBezTo>
                    <a:pt x="3244" y="1985"/>
                    <a:pt x="3247" y="1984"/>
                    <a:pt x="3249" y="1984"/>
                  </a:cubicBezTo>
                  <a:cubicBezTo>
                    <a:pt x="3307" y="1984"/>
                    <a:pt x="3473" y="2110"/>
                    <a:pt x="3687" y="2110"/>
                  </a:cubicBezTo>
                  <a:cubicBezTo>
                    <a:pt x="3762" y="2110"/>
                    <a:pt x="3843" y="2094"/>
                    <a:pt x="3927" y="2052"/>
                  </a:cubicBezTo>
                  <a:cubicBezTo>
                    <a:pt x="4295" y="1902"/>
                    <a:pt x="4295" y="1400"/>
                    <a:pt x="3927" y="1233"/>
                  </a:cubicBezTo>
                  <a:cubicBezTo>
                    <a:pt x="3597" y="1061"/>
                    <a:pt x="1862" y="1"/>
                    <a:pt x="1282" y="1"/>
                  </a:cubicBez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pPr algn="l" rtl="0"/>
              <a:endParaRPr sz="2400"/>
            </a:p>
          </p:txBody>
        </p:sp>
        <p:sp>
          <p:nvSpPr>
            <p:cNvPr id="180" name="Google Shape;687;p42">
              <a:extLst>
                <a:ext uri="{FF2B5EF4-FFF2-40B4-BE49-F238E27FC236}">
                  <a16:creationId xmlns:a16="http://schemas.microsoft.com/office/drawing/2014/main" id="{E3ED8332-E585-E670-F887-9D3437DB38F1}"/>
                </a:ext>
              </a:extLst>
            </p:cNvPr>
            <p:cNvSpPr/>
            <p:nvPr/>
          </p:nvSpPr>
          <p:spPr>
            <a:xfrm flipH="1">
              <a:off x="2259361" y="2931805"/>
              <a:ext cx="79837" cy="55831"/>
            </a:xfrm>
            <a:custGeom>
              <a:avLst/>
              <a:gdLst/>
              <a:ahLst/>
              <a:cxnLst/>
              <a:rect l="l" t="t" r="r" b="b"/>
              <a:pathLst>
                <a:path w="2491" h="1742" extrusionOk="0">
                  <a:moveTo>
                    <a:pt x="77" y="0"/>
                  </a:moveTo>
                  <a:cubicBezTo>
                    <a:pt x="44" y="0"/>
                    <a:pt x="18" y="7"/>
                    <a:pt x="1" y="20"/>
                  </a:cubicBezTo>
                  <a:cubicBezTo>
                    <a:pt x="385" y="271"/>
                    <a:pt x="1739" y="1106"/>
                    <a:pt x="2357" y="1741"/>
                  </a:cubicBezTo>
                  <a:cubicBezTo>
                    <a:pt x="2491" y="1457"/>
                    <a:pt x="2039" y="1006"/>
                    <a:pt x="2006" y="989"/>
                  </a:cubicBezTo>
                  <a:cubicBezTo>
                    <a:pt x="2006" y="989"/>
                    <a:pt x="487" y="0"/>
                    <a:pt x="77" y="0"/>
                  </a:cubicBezTo>
                  <a:close/>
                </a:path>
              </a:pathLst>
            </a:custGeom>
            <a:solidFill>
              <a:srgbClr val="F37B59"/>
            </a:solidFill>
            <a:ln>
              <a:noFill/>
            </a:ln>
          </p:spPr>
          <p:txBody>
            <a:bodyPr spcFirstLastPara="1" wrap="square" lIns="121900" tIns="121900" rIns="121900" bIns="121900" anchor="ctr" anchorCtr="0">
              <a:noAutofit/>
            </a:bodyPr>
            <a:lstStyle/>
            <a:p>
              <a:pPr algn="l" rtl="0"/>
              <a:endParaRPr sz="2400"/>
            </a:p>
          </p:txBody>
        </p:sp>
        <p:sp>
          <p:nvSpPr>
            <p:cNvPr id="181" name="Google Shape;688;p42">
              <a:extLst>
                <a:ext uri="{FF2B5EF4-FFF2-40B4-BE49-F238E27FC236}">
                  <a16:creationId xmlns:a16="http://schemas.microsoft.com/office/drawing/2014/main" id="{B969C72A-8DB9-FEFB-E4EA-8B41A98825F2}"/>
                </a:ext>
              </a:extLst>
            </p:cNvPr>
            <p:cNvSpPr/>
            <p:nvPr/>
          </p:nvSpPr>
          <p:spPr>
            <a:xfrm flipH="1">
              <a:off x="2266316" y="3009013"/>
              <a:ext cx="91599" cy="61087"/>
            </a:xfrm>
            <a:custGeom>
              <a:avLst/>
              <a:gdLst/>
              <a:ahLst/>
              <a:cxnLst/>
              <a:rect l="l" t="t" r="r" b="b"/>
              <a:pathLst>
                <a:path w="2858" h="1906" extrusionOk="0">
                  <a:moveTo>
                    <a:pt x="0" y="1"/>
                  </a:moveTo>
                  <a:cubicBezTo>
                    <a:pt x="234" y="318"/>
                    <a:pt x="485" y="619"/>
                    <a:pt x="769" y="903"/>
                  </a:cubicBezTo>
                  <a:cubicBezTo>
                    <a:pt x="1153" y="1404"/>
                    <a:pt x="2306" y="1571"/>
                    <a:pt x="2857" y="1905"/>
                  </a:cubicBezTo>
                  <a:cubicBezTo>
                    <a:pt x="2824" y="1671"/>
                    <a:pt x="2490" y="1554"/>
                    <a:pt x="2323" y="1504"/>
                  </a:cubicBezTo>
                  <a:cubicBezTo>
                    <a:pt x="1938" y="1270"/>
                    <a:pt x="1554" y="1020"/>
                    <a:pt x="1186" y="752"/>
                  </a:cubicBezTo>
                  <a:lnTo>
                    <a:pt x="0" y="1"/>
                  </a:lnTo>
                  <a:close/>
                </a:path>
              </a:pathLst>
            </a:custGeom>
            <a:solidFill>
              <a:srgbClr val="F37B59"/>
            </a:solidFill>
            <a:ln>
              <a:noFill/>
            </a:ln>
          </p:spPr>
          <p:txBody>
            <a:bodyPr spcFirstLastPara="1" wrap="square" lIns="121900" tIns="121900" rIns="121900" bIns="121900" anchor="ctr" anchorCtr="0">
              <a:noAutofit/>
            </a:bodyPr>
            <a:lstStyle/>
            <a:p>
              <a:pPr algn="l" rtl="0"/>
              <a:endParaRPr sz="2400"/>
            </a:p>
          </p:txBody>
        </p:sp>
        <p:sp>
          <p:nvSpPr>
            <p:cNvPr id="182" name="Google Shape;689;p42">
              <a:extLst>
                <a:ext uri="{FF2B5EF4-FFF2-40B4-BE49-F238E27FC236}">
                  <a16:creationId xmlns:a16="http://schemas.microsoft.com/office/drawing/2014/main" id="{6DDD8374-FDC7-CE98-A115-0A32C8752E5B}"/>
                </a:ext>
              </a:extLst>
            </p:cNvPr>
            <p:cNvSpPr/>
            <p:nvPr/>
          </p:nvSpPr>
          <p:spPr>
            <a:xfrm flipH="1">
              <a:off x="2403939" y="3005263"/>
              <a:ext cx="591258" cy="335820"/>
            </a:xfrm>
            <a:custGeom>
              <a:avLst/>
              <a:gdLst/>
              <a:ahLst/>
              <a:cxnLst/>
              <a:rect l="l" t="t" r="r" b="b"/>
              <a:pathLst>
                <a:path w="18448" h="10478" extrusionOk="0">
                  <a:moveTo>
                    <a:pt x="16309" y="1"/>
                  </a:moveTo>
                  <a:cubicBezTo>
                    <a:pt x="16309" y="1"/>
                    <a:pt x="1789" y="2891"/>
                    <a:pt x="903" y="5314"/>
                  </a:cubicBezTo>
                  <a:cubicBezTo>
                    <a:pt x="1" y="7720"/>
                    <a:pt x="1237" y="10410"/>
                    <a:pt x="4212" y="10477"/>
                  </a:cubicBezTo>
                  <a:cubicBezTo>
                    <a:pt x="4234" y="10477"/>
                    <a:pt x="4256" y="10478"/>
                    <a:pt x="4279" y="10478"/>
                  </a:cubicBezTo>
                  <a:cubicBezTo>
                    <a:pt x="7296" y="10478"/>
                    <a:pt x="15628" y="6135"/>
                    <a:pt x="18447" y="4211"/>
                  </a:cubicBezTo>
                  <a:cubicBezTo>
                    <a:pt x="18030" y="3175"/>
                    <a:pt x="16309" y="1"/>
                    <a:pt x="16309" y="1"/>
                  </a:cubicBezTo>
                  <a:close/>
                </a:path>
              </a:pathLst>
            </a:custGeom>
            <a:solidFill>
              <a:schemeClr val="dk1"/>
            </a:solidFill>
            <a:ln>
              <a:noFill/>
            </a:ln>
          </p:spPr>
          <p:txBody>
            <a:bodyPr spcFirstLastPara="1" wrap="square" lIns="121900" tIns="121900" rIns="121900" bIns="121900" anchor="ctr" anchorCtr="0">
              <a:noAutofit/>
            </a:bodyPr>
            <a:lstStyle/>
            <a:p>
              <a:pPr algn="l" rtl="0"/>
              <a:endParaRPr sz="2400"/>
            </a:p>
          </p:txBody>
        </p:sp>
        <p:sp>
          <p:nvSpPr>
            <p:cNvPr id="183" name="Google Shape;690;p42">
              <a:extLst>
                <a:ext uri="{FF2B5EF4-FFF2-40B4-BE49-F238E27FC236}">
                  <a16:creationId xmlns:a16="http://schemas.microsoft.com/office/drawing/2014/main" id="{E1847232-F698-A6A5-96FA-42ADFDABEB71}"/>
                </a:ext>
              </a:extLst>
            </p:cNvPr>
            <p:cNvSpPr/>
            <p:nvPr/>
          </p:nvSpPr>
          <p:spPr>
            <a:xfrm flipH="1">
              <a:off x="1719575" y="1877744"/>
              <a:ext cx="731541" cy="597508"/>
            </a:xfrm>
            <a:custGeom>
              <a:avLst/>
              <a:gdLst/>
              <a:ahLst/>
              <a:cxnLst/>
              <a:rect l="l" t="t" r="r" b="b"/>
              <a:pathLst>
                <a:path w="22825" h="18643" extrusionOk="0">
                  <a:moveTo>
                    <a:pt x="11143" y="1"/>
                  </a:moveTo>
                  <a:cubicBezTo>
                    <a:pt x="8329" y="1"/>
                    <a:pt x="5392" y="1109"/>
                    <a:pt x="4278" y="4821"/>
                  </a:cubicBezTo>
                  <a:cubicBezTo>
                    <a:pt x="3326" y="7979"/>
                    <a:pt x="2457" y="11221"/>
                    <a:pt x="1989" y="13209"/>
                  </a:cubicBezTo>
                  <a:cubicBezTo>
                    <a:pt x="1538" y="15214"/>
                    <a:pt x="1" y="17954"/>
                    <a:pt x="1" y="17954"/>
                  </a:cubicBezTo>
                  <a:cubicBezTo>
                    <a:pt x="1" y="17954"/>
                    <a:pt x="1705" y="18121"/>
                    <a:pt x="2390" y="18171"/>
                  </a:cubicBezTo>
                  <a:cubicBezTo>
                    <a:pt x="3159" y="17002"/>
                    <a:pt x="3810" y="15765"/>
                    <a:pt x="4328" y="14462"/>
                  </a:cubicBezTo>
                  <a:lnTo>
                    <a:pt x="4328" y="14462"/>
                  </a:lnTo>
                  <a:lnTo>
                    <a:pt x="3426" y="18238"/>
                  </a:lnTo>
                  <a:cubicBezTo>
                    <a:pt x="3426" y="18238"/>
                    <a:pt x="6290" y="18643"/>
                    <a:pt x="10754" y="18643"/>
                  </a:cubicBezTo>
                  <a:cubicBezTo>
                    <a:pt x="11002" y="18643"/>
                    <a:pt x="11255" y="18642"/>
                    <a:pt x="11513" y="18639"/>
                  </a:cubicBezTo>
                  <a:cubicBezTo>
                    <a:pt x="16425" y="18572"/>
                    <a:pt x="16709" y="18338"/>
                    <a:pt x="16709" y="18338"/>
                  </a:cubicBezTo>
                  <a:lnTo>
                    <a:pt x="16776" y="15431"/>
                  </a:lnTo>
                  <a:lnTo>
                    <a:pt x="17562" y="18338"/>
                  </a:lnTo>
                  <a:lnTo>
                    <a:pt x="19567" y="18288"/>
                  </a:lnTo>
                  <a:lnTo>
                    <a:pt x="19516" y="15832"/>
                  </a:lnTo>
                  <a:lnTo>
                    <a:pt x="20252" y="18004"/>
                  </a:lnTo>
                  <a:lnTo>
                    <a:pt x="22825" y="17954"/>
                  </a:lnTo>
                  <a:cubicBezTo>
                    <a:pt x="22825" y="17954"/>
                    <a:pt x="20937" y="12407"/>
                    <a:pt x="20419" y="10068"/>
                  </a:cubicBezTo>
                  <a:cubicBezTo>
                    <a:pt x="19901" y="7728"/>
                    <a:pt x="18999" y="3050"/>
                    <a:pt x="16993" y="1580"/>
                  </a:cubicBezTo>
                  <a:cubicBezTo>
                    <a:pt x="16057" y="879"/>
                    <a:pt x="13649" y="1"/>
                    <a:pt x="11143" y="1"/>
                  </a:cubicBezTo>
                  <a:close/>
                </a:path>
              </a:pathLst>
            </a:custGeom>
            <a:solidFill>
              <a:schemeClr val="tx1"/>
            </a:solidFill>
            <a:ln>
              <a:noFill/>
            </a:ln>
          </p:spPr>
          <p:txBody>
            <a:bodyPr spcFirstLastPara="1" wrap="square" lIns="121900" tIns="121900" rIns="121900" bIns="121900" anchor="ctr" anchorCtr="0">
              <a:noAutofit/>
            </a:bodyPr>
            <a:lstStyle/>
            <a:p>
              <a:pPr algn="l" rtl="0"/>
              <a:endParaRPr sz="2400" dirty="0"/>
            </a:p>
          </p:txBody>
        </p:sp>
        <p:sp>
          <p:nvSpPr>
            <p:cNvPr id="184" name="Google Shape;691;p42">
              <a:extLst>
                <a:ext uri="{FF2B5EF4-FFF2-40B4-BE49-F238E27FC236}">
                  <a16:creationId xmlns:a16="http://schemas.microsoft.com/office/drawing/2014/main" id="{B5EFACEA-EE84-3B22-2305-9282E85E51E7}"/>
                </a:ext>
              </a:extLst>
            </p:cNvPr>
            <p:cNvSpPr/>
            <p:nvPr/>
          </p:nvSpPr>
          <p:spPr>
            <a:xfrm flipH="1">
              <a:off x="2186544" y="2068602"/>
              <a:ext cx="144610" cy="145154"/>
            </a:xfrm>
            <a:custGeom>
              <a:avLst/>
              <a:gdLst/>
              <a:ahLst/>
              <a:cxnLst/>
              <a:rect l="l" t="t" r="r" b="b"/>
              <a:pathLst>
                <a:path w="4512" h="4529" extrusionOk="0">
                  <a:moveTo>
                    <a:pt x="1650" y="1"/>
                  </a:moveTo>
                  <a:cubicBezTo>
                    <a:pt x="1487" y="1"/>
                    <a:pt x="1315" y="50"/>
                    <a:pt x="1137" y="169"/>
                  </a:cubicBezTo>
                  <a:cubicBezTo>
                    <a:pt x="1" y="938"/>
                    <a:pt x="869" y="2342"/>
                    <a:pt x="1504" y="2809"/>
                  </a:cubicBezTo>
                  <a:cubicBezTo>
                    <a:pt x="2271" y="3361"/>
                    <a:pt x="2723" y="4528"/>
                    <a:pt x="3289" y="4528"/>
                  </a:cubicBezTo>
                  <a:cubicBezTo>
                    <a:pt x="3426" y="4528"/>
                    <a:pt x="3570" y="4460"/>
                    <a:pt x="3727" y="4296"/>
                  </a:cubicBezTo>
                  <a:cubicBezTo>
                    <a:pt x="4512" y="3444"/>
                    <a:pt x="3092" y="1339"/>
                    <a:pt x="3092" y="1339"/>
                  </a:cubicBezTo>
                  <a:cubicBezTo>
                    <a:pt x="3092" y="1339"/>
                    <a:pt x="2493" y="1"/>
                    <a:pt x="1650" y="1"/>
                  </a:cubicBez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pPr algn="l" rtl="0"/>
              <a:endParaRPr sz="2400"/>
            </a:p>
          </p:txBody>
        </p:sp>
        <p:sp>
          <p:nvSpPr>
            <p:cNvPr id="185" name="Google Shape;692;p42">
              <a:extLst>
                <a:ext uri="{FF2B5EF4-FFF2-40B4-BE49-F238E27FC236}">
                  <a16:creationId xmlns:a16="http://schemas.microsoft.com/office/drawing/2014/main" id="{9D2DDC3B-B244-FCA2-24F0-9B7978B7BACD}"/>
                </a:ext>
              </a:extLst>
            </p:cNvPr>
            <p:cNvSpPr/>
            <p:nvPr/>
          </p:nvSpPr>
          <p:spPr>
            <a:xfrm flipH="1">
              <a:off x="1817039" y="2079307"/>
              <a:ext cx="145154" cy="145154"/>
            </a:xfrm>
            <a:custGeom>
              <a:avLst/>
              <a:gdLst/>
              <a:ahLst/>
              <a:cxnLst/>
              <a:rect l="l" t="t" r="r" b="b"/>
              <a:pathLst>
                <a:path w="4529" h="4529" extrusionOk="0">
                  <a:moveTo>
                    <a:pt x="2863" y="1"/>
                  </a:moveTo>
                  <a:cubicBezTo>
                    <a:pt x="2020" y="1"/>
                    <a:pt x="1421" y="1339"/>
                    <a:pt x="1421" y="1339"/>
                  </a:cubicBezTo>
                  <a:cubicBezTo>
                    <a:pt x="1421" y="1339"/>
                    <a:pt x="1" y="3444"/>
                    <a:pt x="786" y="4297"/>
                  </a:cubicBezTo>
                  <a:cubicBezTo>
                    <a:pt x="943" y="4460"/>
                    <a:pt x="1087" y="4529"/>
                    <a:pt x="1224" y="4529"/>
                  </a:cubicBezTo>
                  <a:cubicBezTo>
                    <a:pt x="1789" y="4529"/>
                    <a:pt x="2242" y="3361"/>
                    <a:pt x="3008" y="2810"/>
                  </a:cubicBezTo>
                  <a:cubicBezTo>
                    <a:pt x="3660" y="2342"/>
                    <a:pt x="4529" y="938"/>
                    <a:pt x="3376" y="170"/>
                  </a:cubicBezTo>
                  <a:cubicBezTo>
                    <a:pt x="3198" y="51"/>
                    <a:pt x="3026" y="1"/>
                    <a:pt x="2863" y="1"/>
                  </a:cubicBez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pPr algn="l" rtl="0"/>
              <a:endParaRPr sz="2400"/>
            </a:p>
          </p:txBody>
        </p:sp>
        <p:sp>
          <p:nvSpPr>
            <p:cNvPr id="186" name="Google Shape;693;p42">
              <a:extLst>
                <a:ext uri="{FF2B5EF4-FFF2-40B4-BE49-F238E27FC236}">
                  <a16:creationId xmlns:a16="http://schemas.microsoft.com/office/drawing/2014/main" id="{33FFA9D7-93FA-7E10-7BB6-5B08BB85FAE7}"/>
                </a:ext>
              </a:extLst>
            </p:cNvPr>
            <p:cNvSpPr/>
            <p:nvPr/>
          </p:nvSpPr>
          <p:spPr>
            <a:xfrm flipH="1">
              <a:off x="1906459" y="2296253"/>
              <a:ext cx="344890" cy="417740"/>
            </a:xfrm>
            <a:custGeom>
              <a:avLst/>
              <a:gdLst/>
              <a:ahLst/>
              <a:cxnLst/>
              <a:rect l="l" t="t" r="r" b="b"/>
              <a:pathLst>
                <a:path w="10761" h="13034" extrusionOk="0">
                  <a:moveTo>
                    <a:pt x="3258" y="0"/>
                  </a:moveTo>
                  <a:lnTo>
                    <a:pt x="3258" y="0"/>
                  </a:lnTo>
                  <a:cubicBezTo>
                    <a:pt x="3292" y="67"/>
                    <a:pt x="3208" y="3643"/>
                    <a:pt x="2774" y="4629"/>
                  </a:cubicBezTo>
                  <a:cubicBezTo>
                    <a:pt x="2172" y="5965"/>
                    <a:pt x="0" y="6283"/>
                    <a:pt x="0" y="6283"/>
                  </a:cubicBezTo>
                  <a:cubicBezTo>
                    <a:pt x="0" y="6283"/>
                    <a:pt x="2256" y="12415"/>
                    <a:pt x="5531" y="13033"/>
                  </a:cubicBezTo>
                  <a:cubicBezTo>
                    <a:pt x="8221" y="11947"/>
                    <a:pt x="9992" y="8739"/>
                    <a:pt x="10760" y="6533"/>
                  </a:cubicBezTo>
                  <a:cubicBezTo>
                    <a:pt x="8722" y="6249"/>
                    <a:pt x="8171" y="5264"/>
                    <a:pt x="8070" y="4345"/>
                  </a:cubicBezTo>
                  <a:cubicBezTo>
                    <a:pt x="7987" y="3559"/>
                    <a:pt x="7753" y="101"/>
                    <a:pt x="7753" y="101"/>
                  </a:cubicBezTo>
                  <a:lnTo>
                    <a:pt x="3258" y="0"/>
                  </a:lnTo>
                  <a:close/>
                </a:path>
              </a:pathLst>
            </a:custGeom>
            <a:solidFill>
              <a:srgbClr val="F09456"/>
            </a:solidFill>
            <a:ln>
              <a:noFill/>
            </a:ln>
          </p:spPr>
          <p:txBody>
            <a:bodyPr spcFirstLastPara="1" wrap="square" lIns="121900" tIns="121900" rIns="121900" bIns="121900" anchor="ctr" anchorCtr="0">
              <a:noAutofit/>
            </a:bodyPr>
            <a:lstStyle/>
            <a:p>
              <a:pPr algn="l" rtl="0"/>
              <a:endParaRPr sz="2400"/>
            </a:p>
          </p:txBody>
        </p:sp>
        <p:sp>
          <p:nvSpPr>
            <p:cNvPr id="187" name="Google Shape;694;p42">
              <a:extLst>
                <a:ext uri="{FF2B5EF4-FFF2-40B4-BE49-F238E27FC236}">
                  <a16:creationId xmlns:a16="http://schemas.microsoft.com/office/drawing/2014/main" id="{6A79ABEA-07D7-7F03-5301-D1F2A109F0DA}"/>
                </a:ext>
              </a:extLst>
            </p:cNvPr>
            <p:cNvSpPr/>
            <p:nvPr/>
          </p:nvSpPr>
          <p:spPr>
            <a:xfrm flipH="1">
              <a:off x="1897357" y="1986939"/>
              <a:ext cx="344890" cy="373607"/>
            </a:xfrm>
            <a:custGeom>
              <a:avLst/>
              <a:gdLst/>
              <a:ahLst/>
              <a:cxnLst/>
              <a:rect l="l" t="t" r="r" b="b"/>
              <a:pathLst>
                <a:path w="10761" h="11657" extrusionOk="0">
                  <a:moveTo>
                    <a:pt x="7887" y="0"/>
                  </a:moveTo>
                  <a:cubicBezTo>
                    <a:pt x="7439" y="0"/>
                    <a:pt x="6989" y="131"/>
                    <a:pt x="6600" y="362"/>
                  </a:cubicBezTo>
                  <a:cubicBezTo>
                    <a:pt x="6132" y="629"/>
                    <a:pt x="5731" y="963"/>
                    <a:pt x="5280" y="1247"/>
                  </a:cubicBezTo>
                  <a:cubicBezTo>
                    <a:pt x="4171" y="1943"/>
                    <a:pt x="2895" y="2306"/>
                    <a:pt x="1605" y="2306"/>
                  </a:cubicBezTo>
                  <a:cubicBezTo>
                    <a:pt x="1069" y="2306"/>
                    <a:pt x="530" y="2243"/>
                    <a:pt x="0" y="2116"/>
                  </a:cubicBezTo>
                  <a:lnTo>
                    <a:pt x="0" y="2116"/>
                  </a:lnTo>
                  <a:cubicBezTo>
                    <a:pt x="17" y="2550"/>
                    <a:pt x="17" y="2985"/>
                    <a:pt x="34" y="3419"/>
                  </a:cubicBezTo>
                  <a:cubicBezTo>
                    <a:pt x="67" y="5374"/>
                    <a:pt x="368" y="7413"/>
                    <a:pt x="1437" y="9100"/>
                  </a:cubicBezTo>
                  <a:cubicBezTo>
                    <a:pt x="2740" y="11155"/>
                    <a:pt x="4528" y="11656"/>
                    <a:pt x="5547" y="11656"/>
                  </a:cubicBezTo>
                  <a:cubicBezTo>
                    <a:pt x="6750" y="11656"/>
                    <a:pt x="9441" y="10320"/>
                    <a:pt x="10142" y="7362"/>
                  </a:cubicBezTo>
                  <a:cubicBezTo>
                    <a:pt x="10476" y="5942"/>
                    <a:pt x="10543" y="4489"/>
                    <a:pt x="10761" y="3052"/>
                  </a:cubicBezTo>
                  <a:lnTo>
                    <a:pt x="10761" y="3052"/>
                  </a:lnTo>
                  <a:cubicBezTo>
                    <a:pt x="10682" y="3063"/>
                    <a:pt x="10606" y="3068"/>
                    <a:pt x="10532" y="3068"/>
                  </a:cubicBezTo>
                  <a:cubicBezTo>
                    <a:pt x="9819" y="3068"/>
                    <a:pt x="9307" y="2581"/>
                    <a:pt x="8822" y="2066"/>
                  </a:cubicBezTo>
                  <a:cubicBezTo>
                    <a:pt x="8555" y="1782"/>
                    <a:pt x="8354" y="1448"/>
                    <a:pt x="8238" y="1097"/>
                  </a:cubicBezTo>
                  <a:cubicBezTo>
                    <a:pt x="8221" y="1063"/>
                    <a:pt x="8187" y="896"/>
                    <a:pt x="8154" y="696"/>
                  </a:cubicBezTo>
                  <a:cubicBezTo>
                    <a:pt x="8105" y="388"/>
                    <a:pt x="8057" y="18"/>
                    <a:pt x="8100" y="10"/>
                  </a:cubicBezTo>
                  <a:lnTo>
                    <a:pt x="8100" y="10"/>
                  </a:lnTo>
                  <a:cubicBezTo>
                    <a:pt x="8101" y="10"/>
                    <a:pt x="8102" y="10"/>
                    <a:pt x="8104" y="11"/>
                  </a:cubicBezTo>
                  <a:cubicBezTo>
                    <a:pt x="8103" y="10"/>
                    <a:pt x="8102" y="10"/>
                    <a:pt x="8101" y="10"/>
                  </a:cubicBezTo>
                  <a:cubicBezTo>
                    <a:pt x="8100" y="10"/>
                    <a:pt x="8100" y="10"/>
                    <a:pt x="8100" y="10"/>
                  </a:cubicBezTo>
                  <a:lnTo>
                    <a:pt x="8100" y="10"/>
                  </a:lnTo>
                  <a:cubicBezTo>
                    <a:pt x="8029" y="4"/>
                    <a:pt x="7958" y="0"/>
                    <a:pt x="7887" y="0"/>
                  </a:cubicBez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pPr algn="l" rtl="0"/>
              <a:endParaRPr sz="2400"/>
            </a:p>
          </p:txBody>
        </p:sp>
        <p:sp>
          <p:nvSpPr>
            <p:cNvPr id="188" name="Google Shape;695;p42">
              <a:extLst>
                <a:ext uri="{FF2B5EF4-FFF2-40B4-BE49-F238E27FC236}">
                  <a16:creationId xmlns:a16="http://schemas.microsoft.com/office/drawing/2014/main" id="{5FFFB2AD-BA19-C661-C2AB-D587D48A11DC}"/>
                </a:ext>
              </a:extLst>
            </p:cNvPr>
            <p:cNvSpPr/>
            <p:nvPr/>
          </p:nvSpPr>
          <p:spPr>
            <a:xfrm flipH="1">
              <a:off x="2114239" y="2108825"/>
              <a:ext cx="34294" cy="34294"/>
            </a:xfrm>
            <a:custGeom>
              <a:avLst/>
              <a:gdLst/>
              <a:ahLst/>
              <a:cxnLst/>
              <a:rect l="l" t="t" r="r" b="b"/>
              <a:pathLst>
                <a:path w="1070" h="1070" extrusionOk="0">
                  <a:moveTo>
                    <a:pt x="535" y="0"/>
                  </a:moveTo>
                  <a:cubicBezTo>
                    <a:pt x="468" y="0"/>
                    <a:pt x="401" y="17"/>
                    <a:pt x="334" y="51"/>
                  </a:cubicBezTo>
                  <a:cubicBezTo>
                    <a:pt x="201" y="101"/>
                    <a:pt x="100" y="218"/>
                    <a:pt x="50" y="351"/>
                  </a:cubicBezTo>
                  <a:cubicBezTo>
                    <a:pt x="17" y="418"/>
                    <a:pt x="0" y="485"/>
                    <a:pt x="17" y="552"/>
                  </a:cubicBezTo>
                  <a:cubicBezTo>
                    <a:pt x="17" y="602"/>
                    <a:pt x="17" y="635"/>
                    <a:pt x="34" y="686"/>
                  </a:cubicBezTo>
                  <a:cubicBezTo>
                    <a:pt x="50" y="786"/>
                    <a:pt x="100" y="853"/>
                    <a:pt x="167" y="919"/>
                  </a:cubicBezTo>
                  <a:cubicBezTo>
                    <a:pt x="217" y="953"/>
                    <a:pt x="251" y="986"/>
                    <a:pt x="284" y="1003"/>
                  </a:cubicBezTo>
                  <a:cubicBezTo>
                    <a:pt x="368" y="1053"/>
                    <a:pt x="468" y="1070"/>
                    <a:pt x="552" y="1070"/>
                  </a:cubicBezTo>
                  <a:cubicBezTo>
                    <a:pt x="702" y="1070"/>
                    <a:pt x="836" y="1003"/>
                    <a:pt x="936" y="903"/>
                  </a:cubicBezTo>
                  <a:cubicBezTo>
                    <a:pt x="1019" y="802"/>
                    <a:pt x="1070" y="669"/>
                    <a:pt x="1070" y="535"/>
                  </a:cubicBezTo>
                  <a:cubicBezTo>
                    <a:pt x="1070" y="485"/>
                    <a:pt x="1070" y="435"/>
                    <a:pt x="1053" y="385"/>
                  </a:cubicBezTo>
                  <a:cubicBezTo>
                    <a:pt x="1036" y="301"/>
                    <a:pt x="986" y="218"/>
                    <a:pt x="919" y="151"/>
                  </a:cubicBezTo>
                  <a:cubicBezTo>
                    <a:pt x="869" y="117"/>
                    <a:pt x="836" y="101"/>
                    <a:pt x="802" y="67"/>
                  </a:cubicBezTo>
                  <a:cubicBezTo>
                    <a:pt x="719" y="34"/>
                    <a:pt x="618" y="0"/>
                    <a:pt x="535" y="0"/>
                  </a:cubicBezTo>
                  <a:close/>
                </a:path>
              </a:pathLst>
            </a:custGeom>
            <a:solidFill>
              <a:schemeClr val="accent3"/>
            </a:solidFill>
            <a:ln>
              <a:noFill/>
            </a:ln>
          </p:spPr>
          <p:txBody>
            <a:bodyPr spcFirstLastPara="1" wrap="square" lIns="121900" tIns="121900" rIns="121900" bIns="121900" anchor="ctr" anchorCtr="0">
              <a:noAutofit/>
            </a:bodyPr>
            <a:lstStyle/>
            <a:p>
              <a:pPr algn="l" rtl="0"/>
              <a:endParaRPr sz="2400"/>
            </a:p>
          </p:txBody>
        </p:sp>
        <p:sp>
          <p:nvSpPr>
            <p:cNvPr id="189" name="Google Shape;696;p42">
              <a:extLst>
                <a:ext uri="{FF2B5EF4-FFF2-40B4-BE49-F238E27FC236}">
                  <a16:creationId xmlns:a16="http://schemas.microsoft.com/office/drawing/2014/main" id="{3D052EFD-A792-9212-8173-C2F729CCF8FC}"/>
                </a:ext>
              </a:extLst>
            </p:cNvPr>
            <p:cNvSpPr/>
            <p:nvPr/>
          </p:nvSpPr>
          <p:spPr>
            <a:xfrm flipH="1">
              <a:off x="1995366" y="2110427"/>
              <a:ext cx="34294" cy="33909"/>
            </a:xfrm>
            <a:custGeom>
              <a:avLst/>
              <a:gdLst/>
              <a:ahLst/>
              <a:cxnLst/>
              <a:rect l="l" t="t" r="r" b="b"/>
              <a:pathLst>
                <a:path w="1070" h="1058" extrusionOk="0">
                  <a:moveTo>
                    <a:pt x="518" y="1"/>
                  </a:moveTo>
                  <a:cubicBezTo>
                    <a:pt x="452" y="1"/>
                    <a:pt x="385" y="17"/>
                    <a:pt x="335" y="34"/>
                  </a:cubicBezTo>
                  <a:cubicBezTo>
                    <a:pt x="251" y="67"/>
                    <a:pt x="201" y="101"/>
                    <a:pt x="151" y="151"/>
                  </a:cubicBezTo>
                  <a:cubicBezTo>
                    <a:pt x="101" y="201"/>
                    <a:pt x="67" y="268"/>
                    <a:pt x="34" y="335"/>
                  </a:cubicBezTo>
                  <a:cubicBezTo>
                    <a:pt x="17" y="402"/>
                    <a:pt x="1" y="468"/>
                    <a:pt x="1" y="535"/>
                  </a:cubicBezTo>
                  <a:cubicBezTo>
                    <a:pt x="17" y="585"/>
                    <a:pt x="17" y="636"/>
                    <a:pt x="17" y="669"/>
                  </a:cubicBezTo>
                  <a:cubicBezTo>
                    <a:pt x="51" y="769"/>
                    <a:pt x="101" y="853"/>
                    <a:pt x="168" y="920"/>
                  </a:cubicBezTo>
                  <a:cubicBezTo>
                    <a:pt x="201" y="936"/>
                    <a:pt x="251" y="970"/>
                    <a:pt x="285" y="1003"/>
                  </a:cubicBezTo>
                  <a:cubicBezTo>
                    <a:pt x="353" y="1030"/>
                    <a:pt x="421" y="1058"/>
                    <a:pt x="498" y="1058"/>
                  </a:cubicBezTo>
                  <a:cubicBezTo>
                    <a:pt x="516" y="1058"/>
                    <a:pt x="534" y="1056"/>
                    <a:pt x="552" y="1053"/>
                  </a:cubicBezTo>
                  <a:cubicBezTo>
                    <a:pt x="836" y="1053"/>
                    <a:pt x="1070" y="803"/>
                    <a:pt x="1070" y="519"/>
                  </a:cubicBezTo>
                  <a:cubicBezTo>
                    <a:pt x="1070" y="468"/>
                    <a:pt x="1053" y="418"/>
                    <a:pt x="1053" y="385"/>
                  </a:cubicBezTo>
                  <a:cubicBezTo>
                    <a:pt x="1020" y="285"/>
                    <a:pt x="970" y="201"/>
                    <a:pt x="903" y="134"/>
                  </a:cubicBezTo>
                  <a:lnTo>
                    <a:pt x="786" y="51"/>
                  </a:lnTo>
                  <a:cubicBezTo>
                    <a:pt x="702" y="17"/>
                    <a:pt x="619" y="1"/>
                    <a:pt x="518" y="1"/>
                  </a:cubicBezTo>
                  <a:close/>
                </a:path>
              </a:pathLst>
            </a:custGeom>
            <a:solidFill>
              <a:schemeClr val="accent3"/>
            </a:solidFill>
            <a:ln>
              <a:noFill/>
            </a:ln>
          </p:spPr>
          <p:txBody>
            <a:bodyPr spcFirstLastPara="1" wrap="square" lIns="121900" tIns="121900" rIns="121900" bIns="121900" anchor="ctr" anchorCtr="0">
              <a:noAutofit/>
            </a:bodyPr>
            <a:lstStyle/>
            <a:p>
              <a:pPr algn="l" rtl="0"/>
              <a:endParaRPr sz="2400"/>
            </a:p>
          </p:txBody>
        </p:sp>
        <p:sp>
          <p:nvSpPr>
            <p:cNvPr id="190" name="Google Shape;697;p42">
              <a:extLst>
                <a:ext uri="{FF2B5EF4-FFF2-40B4-BE49-F238E27FC236}">
                  <a16:creationId xmlns:a16="http://schemas.microsoft.com/office/drawing/2014/main" id="{BFA866C7-298A-3754-6728-F64F44FD3751}"/>
                </a:ext>
              </a:extLst>
            </p:cNvPr>
            <p:cNvSpPr/>
            <p:nvPr/>
          </p:nvSpPr>
          <p:spPr>
            <a:xfrm flipH="1">
              <a:off x="2009820" y="2218596"/>
              <a:ext cx="99643" cy="48812"/>
            </a:xfrm>
            <a:custGeom>
              <a:avLst/>
              <a:gdLst/>
              <a:ahLst/>
              <a:cxnLst/>
              <a:rect l="l" t="t" r="r" b="b"/>
              <a:pathLst>
                <a:path w="3109" h="1523" extrusionOk="0">
                  <a:moveTo>
                    <a:pt x="3109" y="1"/>
                  </a:moveTo>
                  <a:cubicBezTo>
                    <a:pt x="3109" y="1"/>
                    <a:pt x="2223" y="552"/>
                    <a:pt x="1321" y="552"/>
                  </a:cubicBezTo>
                  <a:cubicBezTo>
                    <a:pt x="1289" y="553"/>
                    <a:pt x="1257" y="554"/>
                    <a:pt x="1225" y="554"/>
                  </a:cubicBezTo>
                  <a:cubicBezTo>
                    <a:pt x="804" y="554"/>
                    <a:pt x="373" y="452"/>
                    <a:pt x="1" y="235"/>
                  </a:cubicBezTo>
                  <a:lnTo>
                    <a:pt x="1" y="235"/>
                  </a:lnTo>
                  <a:cubicBezTo>
                    <a:pt x="82" y="981"/>
                    <a:pt x="715" y="1523"/>
                    <a:pt x="1455" y="1523"/>
                  </a:cubicBezTo>
                  <a:cubicBezTo>
                    <a:pt x="1477" y="1523"/>
                    <a:pt x="1499" y="1522"/>
                    <a:pt x="1521" y="1521"/>
                  </a:cubicBezTo>
                  <a:cubicBezTo>
                    <a:pt x="2908" y="1521"/>
                    <a:pt x="3109" y="1"/>
                    <a:pt x="3109" y="1"/>
                  </a:cubicBezTo>
                  <a:close/>
                </a:path>
              </a:pathLst>
            </a:custGeom>
            <a:solidFill>
              <a:schemeClr val="lt1"/>
            </a:solidFill>
            <a:ln>
              <a:noFill/>
            </a:ln>
          </p:spPr>
          <p:txBody>
            <a:bodyPr spcFirstLastPara="1" wrap="square" lIns="121900" tIns="121900" rIns="121900" bIns="121900" anchor="ctr" anchorCtr="0">
              <a:noAutofit/>
            </a:bodyPr>
            <a:lstStyle/>
            <a:p>
              <a:pPr algn="l" rtl="0"/>
              <a:endParaRPr sz="2400"/>
            </a:p>
          </p:txBody>
        </p:sp>
        <p:sp>
          <p:nvSpPr>
            <p:cNvPr id="191" name="Google Shape;698;p42">
              <a:extLst>
                <a:ext uri="{FF2B5EF4-FFF2-40B4-BE49-F238E27FC236}">
                  <a16:creationId xmlns:a16="http://schemas.microsoft.com/office/drawing/2014/main" id="{9F9C05D1-854D-D627-00AA-69ED1D3D3D56}"/>
                </a:ext>
              </a:extLst>
            </p:cNvPr>
            <p:cNvSpPr/>
            <p:nvPr/>
          </p:nvSpPr>
          <p:spPr>
            <a:xfrm flipH="1">
              <a:off x="2061773" y="2073153"/>
              <a:ext cx="38043" cy="127847"/>
            </a:xfrm>
            <a:custGeom>
              <a:avLst/>
              <a:gdLst/>
              <a:ahLst/>
              <a:cxnLst/>
              <a:rect l="l" t="t" r="r" b="b"/>
              <a:pathLst>
                <a:path w="1187" h="3989" extrusionOk="0">
                  <a:moveTo>
                    <a:pt x="675" y="0"/>
                  </a:moveTo>
                  <a:cubicBezTo>
                    <a:pt x="642" y="0"/>
                    <a:pt x="602" y="36"/>
                    <a:pt x="602" y="78"/>
                  </a:cubicBezTo>
                  <a:cubicBezTo>
                    <a:pt x="602" y="562"/>
                    <a:pt x="719" y="1047"/>
                    <a:pt x="702" y="1548"/>
                  </a:cubicBezTo>
                  <a:cubicBezTo>
                    <a:pt x="702" y="1966"/>
                    <a:pt x="619" y="2383"/>
                    <a:pt x="435" y="2751"/>
                  </a:cubicBezTo>
                  <a:cubicBezTo>
                    <a:pt x="301" y="3035"/>
                    <a:pt x="1" y="3302"/>
                    <a:pt x="134" y="3620"/>
                  </a:cubicBezTo>
                  <a:cubicBezTo>
                    <a:pt x="264" y="3905"/>
                    <a:pt x="564" y="3989"/>
                    <a:pt x="849" y="3989"/>
                  </a:cubicBezTo>
                  <a:cubicBezTo>
                    <a:pt x="931" y="3989"/>
                    <a:pt x="1012" y="3982"/>
                    <a:pt x="1087" y="3971"/>
                  </a:cubicBezTo>
                  <a:cubicBezTo>
                    <a:pt x="1187" y="3937"/>
                    <a:pt x="1170" y="3804"/>
                    <a:pt x="1070" y="3787"/>
                  </a:cubicBezTo>
                  <a:cubicBezTo>
                    <a:pt x="1034" y="3787"/>
                    <a:pt x="996" y="3787"/>
                    <a:pt x="958" y="3787"/>
                  </a:cubicBezTo>
                  <a:cubicBezTo>
                    <a:pt x="767" y="3787"/>
                    <a:pt x="558" y="3776"/>
                    <a:pt x="418" y="3636"/>
                  </a:cubicBezTo>
                  <a:cubicBezTo>
                    <a:pt x="268" y="3469"/>
                    <a:pt x="352" y="3319"/>
                    <a:pt x="452" y="3152"/>
                  </a:cubicBezTo>
                  <a:cubicBezTo>
                    <a:pt x="636" y="2868"/>
                    <a:pt x="769" y="2567"/>
                    <a:pt x="836" y="2250"/>
                  </a:cubicBezTo>
                  <a:cubicBezTo>
                    <a:pt x="903" y="1915"/>
                    <a:pt x="936" y="1565"/>
                    <a:pt x="903" y="1230"/>
                  </a:cubicBezTo>
                  <a:cubicBezTo>
                    <a:pt x="903" y="829"/>
                    <a:pt x="836" y="428"/>
                    <a:pt x="719" y="44"/>
                  </a:cubicBezTo>
                  <a:cubicBezTo>
                    <a:pt x="713" y="13"/>
                    <a:pt x="695" y="0"/>
                    <a:pt x="675" y="0"/>
                  </a:cubicBezTo>
                  <a:close/>
                </a:path>
              </a:pathLst>
            </a:custGeom>
            <a:solidFill>
              <a:srgbClr val="F37B59"/>
            </a:solidFill>
            <a:ln>
              <a:noFill/>
            </a:ln>
          </p:spPr>
          <p:txBody>
            <a:bodyPr spcFirstLastPara="1" wrap="square" lIns="121900" tIns="121900" rIns="121900" bIns="121900" anchor="ctr" anchorCtr="0">
              <a:noAutofit/>
            </a:bodyPr>
            <a:lstStyle/>
            <a:p>
              <a:pPr algn="l" rtl="0"/>
              <a:endParaRPr sz="2400"/>
            </a:p>
          </p:txBody>
        </p:sp>
        <p:sp>
          <p:nvSpPr>
            <p:cNvPr id="192" name="Google Shape;699;p42">
              <a:extLst>
                <a:ext uri="{FF2B5EF4-FFF2-40B4-BE49-F238E27FC236}">
                  <a16:creationId xmlns:a16="http://schemas.microsoft.com/office/drawing/2014/main" id="{B64E897F-1795-27DC-089E-E8312B70D5E7}"/>
                </a:ext>
              </a:extLst>
            </p:cNvPr>
            <p:cNvSpPr/>
            <p:nvPr/>
          </p:nvSpPr>
          <p:spPr>
            <a:xfrm flipH="1">
              <a:off x="1886940" y="2059532"/>
              <a:ext cx="364729" cy="131277"/>
            </a:xfrm>
            <a:custGeom>
              <a:avLst/>
              <a:gdLst/>
              <a:ahLst/>
              <a:cxnLst/>
              <a:rect l="l" t="t" r="r" b="b"/>
              <a:pathLst>
                <a:path w="11380" h="4096" extrusionOk="0">
                  <a:moveTo>
                    <a:pt x="3506" y="552"/>
                  </a:moveTo>
                  <a:cubicBezTo>
                    <a:pt x="3516" y="552"/>
                    <a:pt x="3526" y="552"/>
                    <a:pt x="3536" y="553"/>
                  </a:cubicBezTo>
                  <a:cubicBezTo>
                    <a:pt x="4288" y="569"/>
                    <a:pt x="5023" y="1254"/>
                    <a:pt x="5006" y="2040"/>
                  </a:cubicBezTo>
                  <a:cubicBezTo>
                    <a:pt x="4956" y="2842"/>
                    <a:pt x="4288" y="3460"/>
                    <a:pt x="3486" y="3477"/>
                  </a:cubicBezTo>
                  <a:cubicBezTo>
                    <a:pt x="2684" y="3460"/>
                    <a:pt x="2032" y="2792"/>
                    <a:pt x="2049" y="1990"/>
                  </a:cubicBezTo>
                  <a:cubicBezTo>
                    <a:pt x="2065" y="1198"/>
                    <a:pt x="2717" y="552"/>
                    <a:pt x="3506" y="552"/>
                  </a:cubicBezTo>
                  <a:close/>
                  <a:moveTo>
                    <a:pt x="7782" y="619"/>
                  </a:moveTo>
                  <a:cubicBezTo>
                    <a:pt x="7793" y="619"/>
                    <a:pt x="7803" y="619"/>
                    <a:pt x="7813" y="619"/>
                  </a:cubicBezTo>
                  <a:cubicBezTo>
                    <a:pt x="8615" y="636"/>
                    <a:pt x="9250" y="1305"/>
                    <a:pt x="9250" y="2107"/>
                  </a:cubicBezTo>
                  <a:cubicBezTo>
                    <a:pt x="9234" y="2898"/>
                    <a:pt x="8582" y="3544"/>
                    <a:pt x="7793" y="3544"/>
                  </a:cubicBezTo>
                  <a:cubicBezTo>
                    <a:pt x="7783" y="3544"/>
                    <a:pt x="7773" y="3544"/>
                    <a:pt x="7763" y="3543"/>
                  </a:cubicBezTo>
                  <a:cubicBezTo>
                    <a:pt x="6961" y="3527"/>
                    <a:pt x="6309" y="2875"/>
                    <a:pt x="6326" y="2056"/>
                  </a:cubicBezTo>
                  <a:cubicBezTo>
                    <a:pt x="6343" y="1264"/>
                    <a:pt x="6978" y="619"/>
                    <a:pt x="7782" y="619"/>
                  </a:cubicBezTo>
                  <a:close/>
                  <a:moveTo>
                    <a:pt x="3497" y="1"/>
                  </a:moveTo>
                  <a:cubicBezTo>
                    <a:pt x="2693" y="1"/>
                    <a:pt x="1960" y="515"/>
                    <a:pt x="1664" y="1288"/>
                  </a:cubicBezTo>
                  <a:cubicBezTo>
                    <a:pt x="1247" y="1104"/>
                    <a:pt x="829" y="920"/>
                    <a:pt x="394" y="736"/>
                  </a:cubicBezTo>
                  <a:cubicBezTo>
                    <a:pt x="369" y="728"/>
                    <a:pt x="344" y="725"/>
                    <a:pt x="321" y="725"/>
                  </a:cubicBezTo>
                  <a:cubicBezTo>
                    <a:pt x="102" y="725"/>
                    <a:pt x="1" y="1049"/>
                    <a:pt x="227" y="1154"/>
                  </a:cubicBezTo>
                  <a:cubicBezTo>
                    <a:pt x="662" y="1338"/>
                    <a:pt x="1096" y="1522"/>
                    <a:pt x="1547" y="1706"/>
                  </a:cubicBezTo>
                  <a:cubicBezTo>
                    <a:pt x="1430" y="2290"/>
                    <a:pt x="1597" y="2892"/>
                    <a:pt x="1998" y="3343"/>
                  </a:cubicBezTo>
                  <a:cubicBezTo>
                    <a:pt x="2409" y="3810"/>
                    <a:pt x="2955" y="4024"/>
                    <a:pt x="3494" y="4024"/>
                  </a:cubicBezTo>
                  <a:cubicBezTo>
                    <a:pt x="4402" y="4024"/>
                    <a:pt x="5291" y="3418"/>
                    <a:pt x="5491" y="2391"/>
                  </a:cubicBezTo>
                  <a:cubicBezTo>
                    <a:pt x="5491" y="2290"/>
                    <a:pt x="5570" y="2240"/>
                    <a:pt x="5647" y="2240"/>
                  </a:cubicBezTo>
                  <a:cubicBezTo>
                    <a:pt x="5724" y="2240"/>
                    <a:pt x="5800" y="2290"/>
                    <a:pt x="5791" y="2391"/>
                  </a:cubicBezTo>
                  <a:cubicBezTo>
                    <a:pt x="5963" y="3453"/>
                    <a:pt x="6866" y="4095"/>
                    <a:pt x="7795" y="4095"/>
                  </a:cubicBezTo>
                  <a:cubicBezTo>
                    <a:pt x="8312" y="4095"/>
                    <a:pt x="8838" y="3896"/>
                    <a:pt x="9250" y="3460"/>
                  </a:cubicBezTo>
                  <a:cubicBezTo>
                    <a:pt x="9684" y="3009"/>
                    <a:pt x="9868" y="2357"/>
                    <a:pt x="9735" y="1739"/>
                  </a:cubicBezTo>
                  <a:cubicBezTo>
                    <a:pt x="10202" y="1555"/>
                    <a:pt x="10670" y="1355"/>
                    <a:pt x="11138" y="1154"/>
                  </a:cubicBezTo>
                  <a:cubicBezTo>
                    <a:pt x="11380" y="1049"/>
                    <a:pt x="11267" y="725"/>
                    <a:pt x="11045" y="725"/>
                  </a:cubicBezTo>
                  <a:cubicBezTo>
                    <a:pt x="11022" y="725"/>
                    <a:pt x="10997" y="728"/>
                    <a:pt x="10971" y="736"/>
                  </a:cubicBezTo>
                  <a:cubicBezTo>
                    <a:pt x="10520" y="937"/>
                    <a:pt x="10052" y="1121"/>
                    <a:pt x="9601" y="1321"/>
                  </a:cubicBezTo>
                  <a:cubicBezTo>
                    <a:pt x="9317" y="586"/>
                    <a:pt x="8615" y="102"/>
                    <a:pt x="7813" y="68"/>
                  </a:cubicBezTo>
                  <a:cubicBezTo>
                    <a:pt x="7801" y="68"/>
                    <a:pt x="7790" y="68"/>
                    <a:pt x="7778" y="68"/>
                  </a:cubicBezTo>
                  <a:cubicBezTo>
                    <a:pt x="6840" y="68"/>
                    <a:pt x="6023" y="731"/>
                    <a:pt x="5825" y="1655"/>
                  </a:cubicBezTo>
                  <a:cubicBezTo>
                    <a:pt x="5825" y="1762"/>
                    <a:pt x="5744" y="1816"/>
                    <a:pt x="5662" y="1816"/>
                  </a:cubicBezTo>
                  <a:cubicBezTo>
                    <a:pt x="5577" y="1816"/>
                    <a:pt x="5491" y="1758"/>
                    <a:pt x="5491" y="1639"/>
                  </a:cubicBezTo>
                  <a:cubicBezTo>
                    <a:pt x="5307" y="703"/>
                    <a:pt x="4505" y="18"/>
                    <a:pt x="3536" y="1"/>
                  </a:cubicBezTo>
                  <a:cubicBezTo>
                    <a:pt x="3523" y="1"/>
                    <a:pt x="3510" y="1"/>
                    <a:pt x="3497" y="1"/>
                  </a:cubicBezTo>
                  <a:close/>
                </a:path>
              </a:pathLst>
            </a:custGeom>
            <a:solidFill>
              <a:schemeClr val="tx1"/>
            </a:solidFill>
            <a:ln>
              <a:noFill/>
            </a:ln>
          </p:spPr>
          <p:txBody>
            <a:bodyPr spcFirstLastPara="1" wrap="square" lIns="121900" tIns="121900" rIns="121900" bIns="121900" anchor="ctr" anchorCtr="0">
              <a:noAutofit/>
            </a:bodyPr>
            <a:lstStyle/>
            <a:p>
              <a:pPr algn="l" rtl="0"/>
              <a:endParaRPr sz="2400"/>
            </a:p>
          </p:txBody>
        </p:sp>
      </p:grpSp>
      <p:sp>
        <p:nvSpPr>
          <p:cNvPr id="4" name="תיבת טקסט 3">
            <a:extLst>
              <a:ext uri="{FF2B5EF4-FFF2-40B4-BE49-F238E27FC236}">
                <a16:creationId xmlns:a16="http://schemas.microsoft.com/office/drawing/2014/main" id="{6DE62F82-0BF7-63F8-CA6B-6A55EB04DF9C}"/>
              </a:ext>
            </a:extLst>
          </p:cNvPr>
          <p:cNvSpPr txBox="1"/>
          <p:nvPr/>
        </p:nvSpPr>
        <p:spPr>
          <a:xfrm>
            <a:off x="1347894" y="1178570"/>
            <a:ext cx="9952480" cy="1200329"/>
          </a:xfrm>
          <a:prstGeom prst="rect">
            <a:avLst/>
          </a:prstGeom>
          <a:noFill/>
        </p:spPr>
        <p:txBody>
          <a:bodyPr wrap="square">
            <a:spAutoFit/>
          </a:bodyPr>
          <a:lstStyle/>
          <a:p>
            <a:r>
              <a:rPr lang="he-IL" sz="2400" b="1" dirty="0">
                <a:latin typeface="Calibri" panose="020F0502020204030204" pitchFamily="34" charset="0"/>
                <a:cs typeface="David" panose="020E0502060401010101" pitchFamily="34" charset="-79"/>
              </a:rPr>
              <a:t>תצפיות: </a:t>
            </a:r>
            <a:r>
              <a:rPr lang="he-IL" sz="2400" dirty="0">
                <a:latin typeface="Calibri" panose="020F0502020204030204" pitchFamily="34" charset="0"/>
                <a:cs typeface="David" panose="020E0502060401010101" pitchFamily="34" charset="-79"/>
              </a:rPr>
              <a:t>על מנת להעריך האם להדרכה הייתה השפעה על התנהגות הצוות והאם ישנו שינוי בהיענות לביצוע היגיינת ידיים. התצפיות בוצעו על הצוות המטפל, הרופאים, האחיות וכוחות עזר. </a:t>
            </a:r>
          </a:p>
        </p:txBody>
      </p:sp>
      <p:sp>
        <p:nvSpPr>
          <p:cNvPr id="7" name="תיבת טקסט 6">
            <a:extLst>
              <a:ext uri="{FF2B5EF4-FFF2-40B4-BE49-F238E27FC236}">
                <a16:creationId xmlns:a16="http://schemas.microsoft.com/office/drawing/2014/main" id="{A779E1F2-C1BB-6F79-EA4B-136BBB14EB7D}"/>
              </a:ext>
            </a:extLst>
          </p:cNvPr>
          <p:cNvSpPr txBox="1"/>
          <p:nvPr/>
        </p:nvSpPr>
        <p:spPr>
          <a:xfrm>
            <a:off x="2427316" y="270494"/>
            <a:ext cx="7124008" cy="1077218"/>
          </a:xfrm>
          <a:prstGeom prst="rect">
            <a:avLst/>
          </a:prstGeom>
          <a:noFill/>
        </p:spPr>
        <p:txBody>
          <a:bodyPr wrap="square">
            <a:spAutoFit/>
          </a:bodyPr>
          <a:lstStyle/>
          <a:p>
            <a:r>
              <a:rPr lang="he-IL" sz="3200" b="1" dirty="0">
                <a:ln w="0"/>
                <a:effectLst>
                  <a:outerShdw blurRad="38100" dist="19050" dir="2700000" algn="tl" rotWithShape="0">
                    <a:schemeClr val="dk1">
                      <a:alpha val="40000"/>
                    </a:schemeClr>
                  </a:outerShdw>
                </a:effectLst>
                <a:latin typeface="Narkisim" panose="020E0502050101010101" pitchFamily="34" charset="-79"/>
                <a:cs typeface="Narkisim" panose="020E0502050101010101" pitchFamily="34" charset="-79"/>
              </a:rPr>
              <a:t>תצפיות על היגיינת ידיים נערכו על ידי סטודנטים לקידום בריאות </a:t>
            </a:r>
          </a:p>
        </p:txBody>
      </p:sp>
      <p:graphicFrame>
        <p:nvGraphicFramePr>
          <p:cNvPr id="11" name="תרשים 10">
            <a:extLst>
              <a:ext uri="{FF2B5EF4-FFF2-40B4-BE49-F238E27FC236}">
                <a16:creationId xmlns:a16="http://schemas.microsoft.com/office/drawing/2014/main" id="{74320E04-9C91-AEB3-281D-74666E6A505A}"/>
              </a:ext>
            </a:extLst>
          </p:cNvPr>
          <p:cNvGraphicFramePr/>
          <p:nvPr/>
        </p:nvGraphicFramePr>
        <p:xfrm>
          <a:off x="2331669" y="1663125"/>
          <a:ext cx="9150231" cy="5290615"/>
        </p:xfrm>
        <a:graphic>
          <a:graphicData uri="http://schemas.openxmlformats.org/drawingml/2006/chart">
            <c:chart xmlns:c="http://schemas.openxmlformats.org/drawingml/2006/chart" xmlns:r="http://schemas.openxmlformats.org/officeDocument/2006/relationships" r:id="rId3"/>
          </a:graphicData>
        </a:graphic>
      </p:graphicFrame>
      <p:sp>
        <p:nvSpPr>
          <p:cNvPr id="12" name="תיבת טקסט 11">
            <a:extLst>
              <a:ext uri="{FF2B5EF4-FFF2-40B4-BE49-F238E27FC236}">
                <a16:creationId xmlns:a16="http://schemas.microsoft.com/office/drawing/2014/main" id="{ADC314E6-0048-599C-D8D9-BDB2D9DB89A9}"/>
              </a:ext>
            </a:extLst>
          </p:cNvPr>
          <p:cNvSpPr txBox="1"/>
          <p:nvPr/>
        </p:nvSpPr>
        <p:spPr>
          <a:xfrm>
            <a:off x="7332863" y="2399323"/>
            <a:ext cx="3955036" cy="523220"/>
          </a:xfrm>
          <a:prstGeom prst="rect">
            <a:avLst/>
          </a:prstGeom>
          <a:noFill/>
        </p:spPr>
        <p:txBody>
          <a:bodyPr wrap="square">
            <a:spAutoFit/>
          </a:bodyPr>
          <a:lstStyle/>
          <a:p>
            <a:r>
              <a:rPr lang="he-IL" sz="2800" b="1" dirty="0">
                <a:latin typeface="Calibri" panose="020F0502020204030204" pitchFamily="34" charset="0"/>
                <a:cs typeface="David" panose="020E0502060401010101" pitchFamily="34" charset="-79"/>
              </a:rPr>
              <a:t>להלן ממצאי התצפיות:</a:t>
            </a:r>
            <a:endParaRPr lang="he-IL" sz="2800" dirty="0">
              <a:latin typeface="Calibri" panose="020F0502020204030204" pitchFamily="34" charset="0"/>
              <a:cs typeface="David" panose="020E0502060401010101" pitchFamily="34" charset="-79"/>
            </a:endParaRPr>
          </a:p>
        </p:txBody>
      </p:sp>
    </p:spTree>
    <p:extLst>
      <p:ext uri="{BB962C8B-B14F-4D97-AF65-F5344CB8AC3E}">
        <p14:creationId xmlns:p14="http://schemas.microsoft.com/office/powerpoint/2010/main" val="3248300028"/>
      </p:ext>
    </p:extLst>
  </p:cSld>
  <p:clrMapOvr>
    <a:masterClrMapping/>
  </p:clrMapOvr>
  <mc:AlternateContent xmlns:mc="http://schemas.openxmlformats.org/markup-compatibility/2006" xmlns:p14="http://schemas.microsoft.com/office/powerpoint/2010/main">
    <mc:Choice Requires="p14">
      <p:transition spd="slow" p14:dur="6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234" y="608076"/>
            <a:ext cx="4985590" cy="1513332"/>
          </a:xfrm>
        </p:spPr>
        <p:txBody>
          <a:bodyPr anchor="b">
            <a:normAutofit/>
          </a:bodyPr>
          <a:lstStyle/>
          <a:p>
            <a:pPr algn="ctr"/>
            <a:r>
              <a:rPr lang="he-IL" sz="4600" b="1" dirty="0">
                <a:latin typeface="David" panose="020E0502060401010101" pitchFamily="34" charset="-79"/>
                <a:cs typeface="David" panose="020E0502060401010101" pitchFamily="34" charset="-79"/>
              </a:rPr>
              <a:t>השפעה של משוב מידי על היענות להיגיינת  ידיים</a:t>
            </a:r>
          </a:p>
        </p:txBody>
      </p:sp>
      <p:sp>
        <p:nvSpPr>
          <p:cNvPr id="3" name="Content Placeholder 2"/>
          <p:cNvSpPr>
            <a:spLocks noGrp="1"/>
          </p:cNvSpPr>
          <p:nvPr>
            <p:ph idx="1"/>
          </p:nvPr>
        </p:nvSpPr>
        <p:spPr>
          <a:xfrm>
            <a:off x="630936" y="2660904"/>
            <a:ext cx="4818888" cy="3547872"/>
          </a:xfrm>
        </p:spPr>
        <p:txBody>
          <a:bodyPr anchor="t">
            <a:normAutofit/>
          </a:bodyPr>
          <a:lstStyle/>
          <a:p>
            <a:r>
              <a:rPr lang="he-IL" sz="2200" dirty="0"/>
              <a:t>גרף 1</a:t>
            </a:r>
          </a:p>
          <a:p>
            <a:endParaRPr lang="he-IL" sz="2200" dirty="0"/>
          </a:p>
        </p:txBody>
      </p:sp>
      <p:graphicFrame>
        <p:nvGraphicFramePr>
          <p:cNvPr id="5" name="תרשים 4">
            <a:extLst>
              <a:ext uri="{FF2B5EF4-FFF2-40B4-BE49-F238E27FC236}">
                <a16:creationId xmlns:a16="http://schemas.microsoft.com/office/drawing/2014/main" id="{6CEA61CF-F915-3240-A793-371512AE4A02}"/>
              </a:ext>
            </a:extLst>
          </p:cNvPr>
          <p:cNvGraphicFramePr>
            <a:graphicFrameLocks/>
          </p:cNvGraphicFramePr>
          <p:nvPr/>
        </p:nvGraphicFramePr>
        <p:xfrm>
          <a:off x="6099048" y="640080"/>
          <a:ext cx="5458968" cy="5577840"/>
        </p:xfrm>
        <a:graphic>
          <a:graphicData uri="http://schemas.openxmlformats.org/drawingml/2006/chart">
            <c:chart xmlns:c="http://schemas.openxmlformats.org/drawingml/2006/chart" xmlns:r="http://schemas.openxmlformats.org/officeDocument/2006/relationships" r:id="rId2"/>
          </a:graphicData>
        </a:graphic>
      </p:graphicFrame>
      <p:sp>
        <p:nvSpPr>
          <p:cNvPr id="4" name="תיבת טקסט 3">
            <a:extLst>
              <a:ext uri="{FF2B5EF4-FFF2-40B4-BE49-F238E27FC236}">
                <a16:creationId xmlns:a16="http://schemas.microsoft.com/office/drawing/2014/main" id="{B50AB7D6-335A-F5D2-1FAB-C08FAA4F7E5A}"/>
              </a:ext>
            </a:extLst>
          </p:cNvPr>
          <p:cNvSpPr txBox="1"/>
          <p:nvPr/>
        </p:nvSpPr>
        <p:spPr>
          <a:xfrm>
            <a:off x="1014153" y="3084022"/>
            <a:ext cx="4239491" cy="1631216"/>
          </a:xfrm>
          <a:prstGeom prst="rect">
            <a:avLst/>
          </a:prstGeom>
          <a:noFill/>
        </p:spPr>
        <p:txBody>
          <a:bodyPr wrap="square" rtlCol="0">
            <a:spAutoFit/>
          </a:bodyPr>
          <a:lstStyle/>
          <a:p>
            <a:pPr>
              <a:lnSpc>
                <a:spcPct val="100000"/>
              </a:lnSpc>
            </a:pPr>
            <a:r>
              <a:rPr lang="he-IL" sz="2000" dirty="0">
                <a:solidFill>
                  <a:srgbClr val="002060"/>
                </a:solidFill>
                <a:latin typeface="David" panose="020E0502060401010101" pitchFamily="34" charset="-79"/>
                <a:cs typeface="David" panose="020E0502060401010101" pitchFamily="34" charset="-79"/>
              </a:rPr>
              <a:t>תצפיות על היגיינת ידיים נעשו במספר שלבים על ידי סטודנטים לקידום בריאות ,</a:t>
            </a:r>
          </a:p>
          <a:p>
            <a:pPr>
              <a:lnSpc>
                <a:spcPct val="100000"/>
              </a:lnSpc>
            </a:pPr>
            <a:r>
              <a:rPr lang="he-IL" sz="2000" dirty="0">
                <a:solidFill>
                  <a:srgbClr val="002060"/>
                </a:solidFill>
                <a:latin typeface="David" panose="020E0502060401010101" pitchFamily="34" charset="-79"/>
                <a:cs typeface="David" panose="020E0502060401010101" pitchFamily="34" charset="-79"/>
              </a:rPr>
              <a:t>נעשו במספר תאריכים : 11/10-24/10 במספר הזדמנויות לפי כל אחד מהרגעים בשקף הקודם. </a:t>
            </a:r>
            <a:endParaRPr lang="en-US" sz="2000" dirty="0">
              <a:solidFill>
                <a:srgbClr val="002060"/>
              </a:solidFill>
              <a:latin typeface="David" panose="020E0502060401010101" pitchFamily="34" charset="-79"/>
              <a:cs typeface="David" panose="020E0502060401010101" pitchFamily="34" charset="-79"/>
            </a:endParaRPr>
          </a:p>
        </p:txBody>
      </p:sp>
      <p:sp>
        <p:nvSpPr>
          <p:cNvPr id="6" name="מציין מיקום של תאריך 5">
            <a:extLst>
              <a:ext uri="{FF2B5EF4-FFF2-40B4-BE49-F238E27FC236}">
                <a16:creationId xmlns:a16="http://schemas.microsoft.com/office/drawing/2014/main" id="{2D6568C3-72C8-1ED6-5C06-311434A2D938}"/>
              </a:ext>
            </a:extLst>
          </p:cNvPr>
          <p:cNvSpPr>
            <a:spLocks noGrp="1"/>
          </p:cNvSpPr>
          <p:nvPr>
            <p:ph type="dt" sz="half" idx="2"/>
          </p:nvPr>
        </p:nvSpPr>
        <p:spPr/>
        <p:txBody>
          <a:bodyPr/>
          <a:lstStyle/>
          <a:p>
            <a:endParaRPr lang="he-IL"/>
          </a:p>
        </p:txBody>
      </p:sp>
      <p:sp>
        <p:nvSpPr>
          <p:cNvPr id="7" name="מציין מיקום של כותרת תחתונה 6">
            <a:extLst>
              <a:ext uri="{FF2B5EF4-FFF2-40B4-BE49-F238E27FC236}">
                <a16:creationId xmlns:a16="http://schemas.microsoft.com/office/drawing/2014/main" id="{00890BD1-890F-6391-9229-1EAF6476E02D}"/>
              </a:ext>
            </a:extLst>
          </p:cNvPr>
          <p:cNvSpPr>
            <a:spLocks noGrp="1"/>
          </p:cNvSpPr>
          <p:nvPr>
            <p:ph type="ftr" sz="quarter" idx="3"/>
          </p:nvPr>
        </p:nvSpPr>
        <p:spPr/>
        <p:txBody>
          <a:bodyPr/>
          <a:lstStyle/>
          <a:p>
            <a:r>
              <a:rPr lang="he-IL"/>
              <a:t>בית הדר מרכז רפואה סיעוד ושיקום </a:t>
            </a:r>
          </a:p>
        </p:txBody>
      </p:sp>
      <p:sp>
        <p:nvSpPr>
          <p:cNvPr id="8" name="מציין מיקום של מספר שקופית 7">
            <a:extLst>
              <a:ext uri="{FF2B5EF4-FFF2-40B4-BE49-F238E27FC236}">
                <a16:creationId xmlns:a16="http://schemas.microsoft.com/office/drawing/2014/main" id="{34B881C6-EF0F-9598-C8C9-BE376F98E883}"/>
              </a:ext>
            </a:extLst>
          </p:cNvPr>
          <p:cNvSpPr>
            <a:spLocks noGrp="1"/>
          </p:cNvSpPr>
          <p:nvPr>
            <p:ph type="sldNum" sz="quarter" idx="4"/>
          </p:nvPr>
        </p:nvSpPr>
        <p:spPr/>
        <p:txBody>
          <a:bodyPr/>
          <a:lstStyle/>
          <a:p>
            <a:fld id="{69D18E1D-D9FD-4282-B73C-11A301C594B1}" type="slidenum">
              <a:rPr lang="he-IL" smtClean="0"/>
              <a:t>9</a:t>
            </a:fld>
            <a:endParaRPr lang="he-IL"/>
          </a:p>
        </p:txBody>
      </p:sp>
    </p:spTree>
    <p:extLst>
      <p:ext uri="{BB962C8B-B14F-4D97-AF65-F5344CB8AC3E}">
        <p14:creationId xmlns:p14="http://schemas.microsoft.com/office/powerpoint/2010/main" val="3776887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b="1" dirty="0">
                <a:latin typeface="David" panose="020E0502060401010101" pitchFamily="34" charset="-79"/>
                <a:cs typeface="David" panose="020E0502060401010101" pitchFamily="34" charset="-79"/>
              </a:rPr>
              <a:t>אסטרטגיה מוסדית לשיפור היענות היגיינת ידיים</a:t>
            </a:r>
          </a:p>
        </p:txBody>
      </p:sp>
      <p:graphicFrame>
        <p:nvGraphicFramePr>
          <p:cNvPr id="6" name="Content Placeholder 5"/>
          <p:cNvGraphicFramePr>
            <a:graphicFrameLocks noGrp="1"/>
          </p:cNvGraphicFramePr>
          <p:nvPr>
            <p:ph idx="1"/>
          </p:nvPr>
        </p:nvGraphicFramePr>
        <p:xfrm>
          <a:off x="7954027" y="1662785"/>
          <a:ext cx="3482235" cy="3811088"/>
        </p:xfrm>
        <a:graphic>
          <a:graphicData uri="http://schemas.openxmlformats.org/drawingml/2006/table">
            <a:tbl>
              <a:tblPr rtl="1" firstRow="1" bandRow="1">
                <a:tableStyleId>{5C22544A-7EE6-4342-B048-85BDC9FD1C3A}</a:tableStyleId>
              </a:tblPr>
              <a:tblGrid>
                <a:gridCol w="3482235">
                  <a:extLst>
                    <a:ext uri="{9D8B030D-6E8A-4147-A177-3AD203B41FA5}">
                      <a16:colId xmlns:a16="http://schemas.microsoft.com/office/drawing/2014/main" val="20000"/>
                    </a:ext>
                  </a:extLst>
                </a:gridCol>
              </a:tblGrid>
              <a:tr h="952772">
                <a:tc>
                  <a:txBody>
                    <a:bodyPr/>
                    <a:lstStyle/>
                    <a:p>
                      <a:pPr rtl="1"/>
                      <a:r>
                        <a:rPr lang="he-IL" dirty="0"/>
                        <a:t>תוכנית הדרכה</a:t>
                      </a:r>
                    </a:p>
                  </a:txBody>
                  <a:tcPr/>
                </a:tc>
                <a:extLst>
                  <a:ext uri="{0D108BD9-81ED-4DB2-BD59-A6C34878D82A}">
                    <a16:rowId xmlns:a16="http://schemas.microsoft.com/office/drawing/2014/main" val="10000"/>
                  </a:ext>
                </a:extLst>
              </a:tr>
              <a:tr h="952772">
                <a:tc>
                  <a:txBody>
                    <a:bodyPr/>
                    <a:lstStyle/>
                    <a:p>
                      <a:pPr rtl="1"/>
                      <a:r>
                        <a:rPr lang="he-IL" dirty="0"/>
                        <a:t>הרצאות פרונטליות</a:t>
                      </a:r>
                    </a:p>
                  </a:txBody>
                  <a:tcPr/>
                </a:tc>
                <a:extLst>
                  <a:ext uri="{0D108BD9-81ED-4DB2-BD59-A6C34878D82A}">
                    <a16:rowId xmlns:a16="http://schemas.microsoft.com/office/drawing/2014/main" val="10001"/>
                  </a:ext>
                </a:extLst>
              </a:tr>
              <a:tr h="952772">
                <a:tc>
                  <a:txBody>
                    <a:bodyPr/>
                    <a:lstStyle/>
                    <a:p>
                      <a:pPr rtl="1"/>
                      <a:r>
                        <a:rPr lang="he-IL" dirty="0"/>
                        <a:t>לומדות מרחוק </a:t>
                      </a:r>
                    </a:p>
                  </a:txBody>
                  <a:tcPr/>
                </a:tc>
                <a:extLst>
                  <a:ext uri="{0D108BD9-81ED-4DB2-BD59-A6C34878D82A}">
                    <a16:rowId xmlns:a16="http://schemas.microsoft.com/office/drawing/2014/main" val="10002"/>
                  </a:ext>
                </a:extLst>
              </a:tr>
              <a:tr h="952772">
                <a:tc>
                  <a:txBody>
                    <a:bodyPr/>
                    <a:lstStyle/>
                    <a:p>
                      <a:pPr rtl="1"/>
                      <a:r>
                        <a:rPr lang="he-IL" dirty="0"/>
                        <a:t>תצפית+משוב אישי מיידי</a:t>
                      </a:r>
                    </a:p>
                    <a:p>
                      <a:pPr rtl="1"/>
                      <a:r>
                        <a:rPr lang="he-IL" dirty="0"/>
                        <a:t>משוב תקופתי קבוצתי </a:t>
                      </a:r>
                    </a:p>
                  </a:txBody>
                  <a:tcPr/>
                </a:tc>
                <a:extLst>
                  <a:ext uri="{0D108BD9-81ED-4DB2-BD59-A6C34878D82A}">
                    <a16:rowId xmlns:a16="http://schemas.microsoft.com/office/drawing/2014/main" val="10003"/>
                  </a:ext>
                </a:extLst>
              </a:tr>
            </a:tbl>
          </a:graphicData>
        </a:graphic>
      </p:graphicFrame>
      <p:sp>
        <p:nvSpPr>
          <p:cNvPr id="7" name="Rectangle 6"/>
          <p:cNvSpPr/>
          <p:nvPr/>
        </p:nvSpPr>
        <p:spPr>
          <a:xfrm>
            <a:off x="1902020" y="3106454"/>
            <a:ext cx="3782861" cy="23674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dirty="0"/>
              <a:t>מטרות עיקריות : </a:t>
            </a:r>
          </a:p>
          <a:p>
            <a:pPr algn="ctr"/>
            <a:r>
              <a:rPr lang="he-IL" dirty="0"/>
              <a:t>הדרכה ישירה</a:t>
            </a:r>
          </a:p>
          <a:p>
            <a:pPr algn="ctr"/>
            <a:r>
              <a:rPr lang="he-IL"/>
              <a:t>שיפור היענות </a:t>
            </a:r>
            <a:r>
              <a:rPr lang="he-IL" dirty="0"/>
              <a:t>עתידית</a:t>
            </a:r>
          </a:p>
          <a:p>
            <a:pPr algn="ctr"/>
            <a:r>
              <a:rPr lang="he-IL" dirty="0"/>
              <a:t>מציאת פתרונות </a:t>
            </a:r>
          </a:p>
        </p:txBody>
      </p:sp>
      <p:pic>
        <p:nvPicPr>
          <p:cNvPr id="3" name="תמונה 2">
            <a:extLst>
              <a:ext uri="{FF2B5EF4-FFF2-40B4-BE49-F238E27FC236}">
                <a16:creationId xmlns:a16="http://schemas.microsoft.com/office/drawing/2014/main" id="{74E8E4B0-14BF-9ABE-785B-DFA4EA354E8B}"/>
              </a:ext>
            </a:extLst>
          </p:cNvPr>
          <p:cNvPicPr>
            <a:picLocks noChangeAspect="1"/>
          </p:cNvPicPr>
          <p:nvPr/>
        </p:nvPicPr>
        <p:blipFill>
          <a:blip r:embed="rId2"/>
          <a:stretch>
            <a:fillRect/>
          </a:stretch>
        </p:blipFill>
        <p:spPr>
          <a:xfrm>
            <a:off x="838200" y="1524370"/>
            <a:ext cx="3048000" cy="1495425"/>
          </a:xfrm>
          <a:prstGeom prst="rect">
            <a:avLst/>
          </a:prstGeom>
        </p:spPr>
      </p:pic>
      <p:sp>
        <p:nvSpPr>
          <p:cNvPr id="4" name="מציין מיקום של תאריך 3">
            <a:extLst>
              <a:ext uri="{FF2B5EF4-FFF2-40B4-BE49-F238E27FC236}">
                <a16:creationId xmlns:a16="http://schemas.microsoft.com/office/drawing/2014/main" id="{0E326550-9FC8-01B3-295B-CA34B5EA4196}"/>
              </a:ext>
            </a:extLst>
          </p:cNvPr>
          <p:cNvSpPr>
            <a:spLocks noGrp="1"/>
          </p:cNvSpPr>
          <p:nvPr>
            <p:ph type="dt" sz="half" idx="2"/>
          </p:nvPr>
        </p:nvSpPr>
        <p:spPr/>
        <p:txBody>
          <a:bodyPr/>
          <a:lstStyle/>
          <a:p>
            <a:endParaRPr lang="he-IL"/>
          </a:p>
        </p:txBody>
      </p:sp>
      <p:sp>
        <p:nvSpPr>
          <p:cNvPr id="5" name="מציין מיקום של כותרת תחתונה 4">
            <a:extLst>
              <a:ext uri="{FF2B5EF4-FFF2-40B4-BE49-F238E27FC236}">
                <a16:creationId xmlns:a16="http://schemas.microsoft.com/office/drawing/2014/main" id="{9D73D33F-EB58-24F7-F675-B2E1D6519638}"/>
              </a:ext>
            </a:extLst>
          </p:cNvPr>
          <p:cNvSpPr>
            <a:spLocks noGrp="1"/>
          </p:cNvSpPr>
          <p:nvPr>
            <p:ph type="ftr" sz="quarter" idx="3"/>
          </p:nvPr>
        </p:nvSpPr>
        <p:spPr/>
        <p:txBody>
          <a:bodyPr/>
          <a:lstStyle/>
          <a:p>
            <a:r>
              <a:rPr lang="he-IL"/>
              <a:t>בית הדר מרכז רפואה סיעוד ושיקום </a:t>
            </a:r>
          </a:p>
        </p:txBody>
      </p:sp>
      <p:sp>
        <p:nvSpPr>
          <p:cNvPr id="8" name="מציין מיקום של מספר שקופית 7">
            <a:extLst>
              <a:ext uri="{FF2B5EF4-FFF2-40B4-BE49-F238E27FC236}">
                <a16:creationId xmlns:a16="http://schemas.microsoft.com/office/drawing/2014/main" id="{5F52BD40-89A0-C42B-DD30-7CBA8197FD95}"/>
              </a:ext>
            </a:extLst>
          </p:cNvPr>
          <p:cNvSpPr>
            <a:spLocks noGrp="1"/>
          </p:cNvSpPr>
          <p:nvPr>
            <p:ph type="sldNum" sz="quarter" idx="4"/>
          </p:nvPr>
        </p:nvSpPr>
        <p:spPr/>
        <p:txBody>
          <a:bodyPr/>
          <a:lstStyle/>
          <a:p>
            <a:fld id="{69D18E1D-D9FD-4282-B73C-11A301C594B1}" type="slidenum">
              <a:rPr lang="he-IL" smtClean="0"/>
              <a:t>10</a:t>
            </a:fld>
            <a:endParaRPr lang="he-IL"/>
          </a:p>
        </p:txBody>
      </p:sp>
    </p:spTree>
    <p:extLst>
      <p:ext uri="{BB962C8B-B14F-4D97-AF65-F5344CB8AC3E}">
        <p14:creationId xmlns:p14="http://schemas.microsoft.com/office/powerpoint/2010/main" val="4942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he-IL" sz="2400" b="1" dirty="0"/>
              <a:t>היענות היגיינית ידיים –לפי מחלקות ולפי סקטורים נבחרים</a:t>
            </a:r>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26094" y="2011649"/>
            <a:ext cx="4096011" cy="39507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1" descr="data:image/png;base64,iVBORw0KGgoAAAANSUhEUgAAAeIAAAEiCAYAAAAlAdEXAAAAAXNSR0IArs4c6QAAIABJREFUeF7tnX1oLFfd+L/Fl9RiTCW9KBfxiopSwUs1QXGV2tL7lFRdSw1aSzSY1LjVq4nxNUTzVzRs1ccYteIabDCo8S02Em2L5toHwWgxaChGjCgSKiH0NtJ6pSb4cp/f9/w4+8zO3c3M7OzkzM58BpYkmzNnZj7f757PnnNm91wmbBCAAAQgAAEIOCNwmR754YcfvvjEE084OwkODAEIQAACEMgjgYsXL/6PEfH29vbFF73oRXlkwDVDAAIQgAAEnBH4wx/+IIjYGX4ODAEIQAACeSeAiPOeAVw/BCAAAQg4JYCIneLn4BCAAAQgkHcCiDjvGcD1QwACEICAUwKI2Cl+Dg4BCEAAAnkngIjzngFcPwQgAAEIOCWAiJ3i5+AQgAAEIJB3Aog47xnA9UMAAhCAgFMCiNgpfg4OAQhAAAJ5J4CI854BXD8EIAABCDglgIid4ufgEIAABCCQdwKIOO8ZwPVDAAIQgIBTAojYKX4ODgEIQAACeSeAiPOeAVw/BCAAAQg4JYCIneLn4BCAAAQgkHcCiDjvGcD1QwACEICAUwKI2Cl+Dt5uBB566CEpl8vmtJ/1rGfJ2972Nnn5y18ul11mlvWuu/3yl7+U7373u/LXv/5VDg8PTZlnPOMZUigUpFgsyjOf+czqfo8//rhMT0/LS17yEhkeHpZ//vOf8sUvflEuXLggH/rQh+Rf//qXfPOb35Sf//zn0tHRIa9//evlDW94gzzlKU8xddx9993yu9/9TqampqSrq8scb25uTv7zn//I+9//frn88surz2n5sbExeeCBB2RxcVGe9KQnyenTp2VkZESuvPJKU5//fHZ3d+WTn/yknDlzRm655RbRBuRrX/ua/PnPfzY8hoaG5KUvfemRPNot5pwvBJImgIiTJkz9mSKws7NjRPT3v//dXNcVV1whk5OT8vznP7/hdd5///1GdPU2lfCHP/xhed7znldXfPrkr371KyNYFaQKXc/Bu918883ylre8xcivkYitdFXeVq4veMEL5F3vepf85Cc/qTm/V7/61eZ5lbtfxP/+97/lq1/9qjz22GPymte8Rubn56tvLvQYWv9HPvIRufrqqzMVdy4GAkkSQMRJ0qXuzBJQIWlPUsV3xx13yLXXXnukiO+55x4j7FOnTsnFixflb3/7m/zwhz+U++67z+x7++23mx6pX3xaqZa98847zU99A6A9Ze1Naw/7s5/9rOklf+xjHzO92HvvvVd++tOfVnvEfunqMR599FH5xCc+YXq/Wpfd9vf35Qtf+II5hu1R1zsf7XF/7nOfM+LXY773ve+V5zznOfLrX//a9N71et7xjnfQK85s9nNhrSaAiFtNlPpyQ0B7pjMzM2aItq+vL7SIbcEnnnhCPvOZz8hTn/rU6rBxPfFp+dXVVVlaWpJbb71V3vjGN1Ylt7a2Jt/5zneMiFXy2vv2Sr+edI86b31jocPvH//4x+Wqq66q+8bgH//4h3kDoMPRExMT8sIXvtBckg6Dq8j1jYEdBs9NMnChEIhBABHHgMeu+SYQV8R2/vaRRx45sgeqlH/zm98YyWmv2opPn7dz1ipE7eF6RazD5t/61rfkwQcflHe/+92iQ87efer15FXEWt723uu9MdAevQ5P63yxzlvrcezmHxrPd4Zw9RAIRwARh+NEKQhUCegQsfZO9SYsleng4GBTPeJ6Im6EWY+nQ8If/ehH5elPf3q1mF/Ev/3tb83NZHpzlm46Z6s9aH3osLRuKmvtRfulrv8LI2Idutahcr2h7Lbbbqs5ZUTMCwUC0Qkg4ujM2CPHBPTu5U996lPypz/9qUrhzW9+sxmebrT5h4ttubAitkPYJ06cMDdRWaF6e7e2R2yHop/73Oeac9K5W3tHtZbXeeVPf/rTNfPK3vMOI+I//vGPZki+VCrJK1/5SkSc49cDl94aAoi4NRypJScEVKpf//rXzV3KOtSrUj558qS85z3vqRGeF0dcEe/t7Zk7tW+66SZ53eteV0Pa3yPWm8i093zu3Dl505veJK997WvNR6X0+e3tbfNRo4cffli8d1pHFfHPfvYzw8DOS/v39358KidpwWVCIBYBRBwLHzvniYC9e1nnRD/wgQ/Ik5/8ZPnSl74kf/nLX6p3LdfjcdTHl7S8itzepVxvf52z1c8C68ecXvayl5nhY71Jy7vZHrHt9c7Oztb02r1lX/GKV5je7NOe9jTztL++zs7OhnPEKvSvfOUror1iPWe9c1o/96zzxXYLup485QzXCoEwBBBxGEqUgcD/I6Cf51UhvvOd75TrrrvOMNGPC33ve9+rO99qocUVsfZwtReqPVAdag4SsR734OBAfvSjH5n9zp8/b4az9bPKN9xwg+nJe4ero4jYzg/rl4W8733vM8dBxLw8IBCPACKOx4+9IQABCEAAArEIIOJY+NgZAhCAAAQgEI8AIo7Hj70hAAEIQAACsQgg4lj42BkCEIAABCAQjwAijsePvSEAAQhAAAKxCCDiWPjYGQIQgAAEIBCPACKOx4+9IQABCEAAArEIIOJY+NgZAhCAAAQgEI8AIo7Hj70hAAEIQAACsQgg4lj42BkCEIAABCAQjwAijsePvSEAAQhAAAKxCCDiWPjYGQIQgAAEIBCPACKOx4+9IQABCEAAArEIIOJY+NgZAhCAAAQgEI8AIo7Hj70hAAEIQAACsQgg4lj42BkCEIAABNqVwM7OjszMzMjZs2fl9OnT1cvwrtE9ODgofX195n/1nn/ooYekXC5LZ2enWZf81KlTcnh4KN/4xjekv79fdO3uoA0RBxHi/xCAAAQgkDkC999/v6hEr7jiCrn22murItbn9H9jY2NycHAgs7OzMjQ0JI8//njd59fX16VQKJj/7+7uGmmrsHt7e2vkfhRARJy59OKCIAABCEAgLAG/NBv9vbGxUSNXW25ra6tGxCdPnhQtOzw8HPYUBBGHRkVBCEAAAhDIGoEwIla5am/X28vV/fR5fejQtP4cHR2VtbU1GRgYkI6OjtCoEHFoVBSEAAQgAIGsEQgSsQ5T6+YXsX3ezh9rmaWlJenp6ZGVlRXZ3NwU7/xy4kPT+/v7og82CEAAAhCAgAsC3d3doo+oW5CI7f8bDU3bm7x0blllbYem9UatSqUipVIp8IYtesRRo0Z5CEAAAhDIDAG/iL03a+3t7cnCwoKMj4+L3mFtb+LyPq93ReuNWsvLy2ZIent728wR6+9h75xGxJlJJy4EAhCAAATCElCpLi4uVotrT3Zqasr0Xr0fU5qYmKje/Vzvef2o0vz8vBSLxepHl+bm5o5/aDrshVMOAhCAAAQgAIFaAvSIyQgIQAACEICAQwKI2CF8Dg0BCEAAAhBAxOQABCAAAQhAwCEBROwQPoeGAAQgAAEIIGJyAAIQgAAEIOCQACJ2CJ9DQwACEIAABBAxOQABCEAAAhBwSAARO4TPoSEAAQhAAAKImByAAAQgAAEIOCSAiB3C59AQgAAEIAABREwOQAACEIAABBwSQMQO4XNoCEAAAhCAACImByAAAQhAIHcEdOnC6enp6hrCduUlBeFdZWlwcFD6+vpEl0csl8vS2dkpk5OT1ZWWwi51eBRgRJy79OOCIQABCOSbgC5dqEsVqmBPnz5t1hne3d2V4eFhI1y77vDBwYHMzs7K0NCQrK+vS6FQMGsPa1nd17+WcbNUEXGz5NgPAhCAAATakoDKtFKpSKlUMusP7+zsyMLCgoyPj8vy8rL09vbWrEGsf29tbdWIWNcv3tjYMPKOuyHiuATZHwIQgAAE2oqAv0fsFXM9Eat09aFD0/pzdHRU1tbWZGBgQDo6OmJfOyKOjZAKIAABCECg3QjYOV973ipYnSf2i1iHqXXToWi7LS0tSU9Pj6ysrMjm5qbYeeRmGbRExPv7+6IPNghAAAIQOB4CZyvnj+dADY5yV+mE0+P7D97d3S36aGbToenV1VUZGRkRvfmq3tC0ziXrpgLXOWI7NN3f318zzN3M8Vsi4mYOzD4QgAAEINA8gf/64M+b37kFe/7kv1/dglrcV2GHqVW09u5oe7PW3t5ede5Y55J1CFt7zDokvb29beaI9fe4d04jYvd5wBlAAAIQiEwAEUdGVrNDvY8o2QLe/01MTJgbt1TY8/PzUiwWqx9d0juvUz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4wVb1yCemZmRCxcumIrsKkv6e72VmXQd4nK5LJ2dnTI5OVldgSnuEoh6PEQcL5bsDQEIQMAJAUQcD7vKtre31yxxqFJeXV2VkZERs86wXY/44OBAZmdnZWhoSNbX16VQKJg1iXd3d83axd464pwNIo5Dj30hAAEIOCKAiOOB94tYRXvbbbddIldbbmtrq0bEJ0+elI2NDRkeHo53IvSIY/OjAghAAAJOCCDieNi1Zzs9PW16t9dcc42MjY1JR0dHXRGrdPWhQ9P6c3R0VNbW1mRgYMDsE3ejRxyXIPtDAAIQcEAAEceDrsPRn//85+Xmm28Wnee95ZZb6g436zC1bjoUbbelpSXp6emRlZUV2dzclMHBwZr/Rz2zloh4f39f9MEGAQhAAALHQ+Bs5fzxHKjBUe4qnXB6fP/Bu7u7RR9hNu0N27nfU6dOmXnfSqUipVJJlpeXq3PHWpd/Hlhv2tJetB2a7u/vr+7b1dUV5vCXlGmJiJs6MjtBAAIQgEDTBOgRN43OiNcrYu0dLywsyPj4uLlxy96stbe3V31eJav7qah1SFpv6tI5Yv097p3TiLj5WLInBCAAAWcEEHE89PbjSLaWRh9fss8fHh7K/Py8FIvF6keX5ubm0j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mw+2Lmc4PT1t1hW2m64vPDU1Jbrcoa5BvLa2Zv41ODgofX19Yldr6uzslMnJyeoKTHGXQNRjIOLmY8meEIAABJwRQMStQ6+S1bWFh4eHjXDtesQHBwfVdYvX19elUCiYNYlV4CpnFXZvb6+cPn061skg4lj42BkCEICAGwKIuHXcvUL1y9X+vbW1VSNi7UFbecc9E0QclyD7QwACEHBAABG3BvrOzo6srq7KyMiIdHR0XNLLVRGrdPVRLpfNz9HRUTN0PTAwYPaJuyHiuATZHwIQgIADAoi4NdB1GFo3HWrWzd8j9v9fyywtLUlPT4+srKzI5uZmdR652TNqiYj39/dFH2wQgAAEIHA8BM5Wzh/PgRoc5a7SCafH9x+8u7tb9BFl0/neSqUipVLJ3KRVT8R+Mescss4R26Hp/v7+S+qIcg5atiUijnpQykMAAhCAQDwC9Ijj8dO9tberUtWbtOzmvVlrb29PFhYWZHx83Ihaxb28vGyGpLe3t80csf4e985pRBw/ltQAAQhA4NgJIOJ4yA8PD2Vubs4MSfvvevZ+fGliYsL8X8vPz89LsVisfnRJ90/N0HQ8HOwNAQhAAAJRCSDiqMTSW54ecXpjw5lBAAIQaEgAEWcnORBxdmLJlUAAAjkigIizE2xEnJ1YciUQgECOCCDi7AQbEWcnllwJBCCQIwKIODvBRsTZiSVXAgEI5IgAIs5OsBFxdmLJlUAAAjkigIizE2xEnJ1YciUQgECOCCDi7AQbEWcnllwJBCCQIwKIODvBRsTZiSVXAgEI5IgAIs5OsBFxdmLJlUAAAjkigIizE2xEnJ1YciUQgECOCCDi7AQbEWcnllwJBCCQIwKIODvBRsTZiSVXAgEI5IgAIo4fbF0GcXFx0VR05syZ6nKI3tWXBgcHzQpNujxiuVyWzs5OmZycrK7AFHcJRD02Io4fS2qAAAQgcOwEEHE85N51hzs6OqqVeZ8/ODiQ2dlZGRoakvX1dSkUCmZNYl3DWOWswu7t7b1kGcWoZ4aIoxKjPAQgAIEUEEDE8YLQSKL+5+3fW1tbNSI+efKkbGxsVHvRcc4GEcehx74QgAAEHBFAxM2DPzw8lLm5Odnc3KxWYoeg64lYpasPHZrWn6Ojo7K2tiYDAwPi7U03e0aIuFly7AcBCEDAIQFE3Dx8FfH8/LwUi0Uz17uzsyMLCwsyPj4uy8vLNcPNOo+smw5F221paUl6enpkZWXFyNxKvNkzaomI9/f3RR9sEIAABCBwPATOVs4fz4EaHOWu0gmnx/cfvLu7W/QRZvOL2Pv3uXPnakTs7yHrHLLOEduh6f7+fqlUKlIqlaSrqyvM4S8p0xIRN3VkdoIABCAAgaYJ0CNuGp3ZUQWrMrV3RGvPd2xsTLa3t8X+vre3V+0pq2T1Ri3tMeuQtJbTOWL9Pe6d04g4XizZGwIQgIATAog4HnaV6vT0tOndej+SZCWtc8C6TUxMmLui6/Wi7TxzKoam4+FgbwhAAAIQiEoAEUcllt7y9IjTGxvODAIQgEBDAog4O8mBiLMTS64EAhDIEQFEnJ1gI+LsxJIrgQAEckQAEWcn2Ig4O7HkSiAAgRwRQMTZCTYizk4suRIIQCBHBBBxdoKNiLMTS64EAhDIEQFEnJ1gI+LsxJIrgQAEckQAEWcn2Ig4O7HkSiAAgRwRQMTZCTYizk4suRIIQCBHBBBxdoKNiLMTS64EAhDIEQFEnJ1gI+LsxJIrgQAEckQAEWcn2Ig4O7HkSiAAgRwRQMTZCTYizk4suRIIQCBHBBBxvGDrUoeLi4vVSuwqS/qELpFoV1+yKyvpOsTlcrlmpSZdkSnuEoh6PEQcL5bsDQEIQMAJAUQcD7uKWDddj9i7qXDtesQHBwcyOzsrQ0NDsr6+LoVCwaxJrEsn6n4q7N7eXrNMYpwNEcehx74QgAAEHBFAxPHANxKxX672762trRoRnzx5UjY2NmR4eDjeidAjjs2PCiAAAQg4IYCI42H3Dk2rVKempqSrq+uSXq6KWP+vDx2a1p+jo6Nm6HpgYEA6OjrinQgijs2PCiAAAQg4IYCIW4ddpaxD0mNjY2bO1zvcXK/nvLS0JD09PbKysiKbm5ti55GbPaOWDE3v7++LPtKyna2cd3oqd5VOOD0+B4cABLJPgHauNsbd3d2ij2a2nZ0dWV1dlZGRkUtE7B+qVmHrHLEdmu7v75dKpSKlUsn0qJvZWiLiZg6c5D68U0ySLnVDAAJpIEA717ooaK9X5arzvd6btfb29mRhYUHGx8eNZPVGreXlZTMkvb29beaI9fe4d04j4tbFslrTT/771QnUSpUQgAAE/o8AIm4+G1So09PTRr66XXPNNWZY2s73ej++ZD/WpB9Vmp+fl2KxKKdOnRL9e25uLj1D083jSGZPEjQZrtQKAQikhwDtXHpiEfdM6BHHJVhnf3rECUClSghAoIYAIs5OQiDiBGKJiBOASpUQgAAizmgOIOIEAouIE4BKlRCAACLOaA4g4gQCi4gTgEqVEIAAIs5oDiDiBAKLiBOASpUQgAAizmgOIOIEAouIE4BKlRCAACLOaA4g4gQCi4gTgEqVEIAAIs5oDiDiBAKLiBOASpUQgAAizmgOIOIEAouIE4BKlRCAACLOaA4g4gQCi4gTgEqVEIAAIs5oDiDiBAKLiBOASpUQgAAizmgOIOIEAouIE4BKlRCAACLOaA4g4gQCi4gTgEqVEIAAIk4gB3QJxHvuuUcmJyfNqkq6eVdfGhwclL6+PrM8Yrlcls7OzmpZXYEp7hKIejxEnEBgEXECUKkSAhBAxC3OgZ2dHfn2t79tar311luNiL3rER8cHMjs7KwMDQ3J+vq6FAoFsyaxLp+oclZh9/b2yunTp2OdGSKOha/+zog4AahUCQEIIOIW5oBdX/jGG2+UH//4x9V1hv1ytX9vbW3ViPjkyZOysbEhw8PDsc8KEcdGeGkFiDgBqFQJAQgg4hbmgPZ8tWd7/fXXy/z8/JEiVunqQ4em9efo6Kisra3JwMCAdHR0xD4rRBwbISJOACFVQgACAQRYj7j5FNHh5UqlIqVSSS6//PIjRaxzyLrpULTdlpaWpKenR1ZWVmRzc1PsPHKzZ9QSEe/v74s+0rKdrZx3eip3lU44PX7aD+46PsqHGKU9Szi/IAKuX0dpew11d3eLPsJsOjc8MzMjFy5cqBa3N2GdO3euZt7XP1Rte9J2aLq/v78q9a6urjCHv6RMS0Tc1JET3Il3ignCbUHVruOjl8D0QQsCSRVOCbh+HWXlNWTniovF4iU3a+3t7cnCwoKMj4+LSlZ70svLy2ZIent728wR6+9x75xGxAm8lLKSoAmgMVW6bkAQcVKRpd7jJOD6dZSVds4vYo2h9+NLExMT5q5ofzn9e25uLj1D08eZfGGORYKGoeSujOv4IGJ3sefIrSPg+nWUFRG3LiLN10SPuHl2DfckQY+G6roBQcQJJD1VHjsB168j2rnWhRwRt45ltSYSFBEnkFZUCYEaAog4OwmBiBOIJSJGxAmkFVVCABFnNAcQcQKBRcSIOIG0okoIIOKM5gAiTiCwiBgRJ5BWVAkBRJzRHEDECQQWESPiBNKKKiGAiDOaA4g4gcAiYkScQFpRJQQQcUZzABEnEFhEjIgTSCuqhAAizmgOIOIEAouIEXECaUWVEEDEGc0BRJxAYBExIk4gragSAog4ozmAiBMILCJGxAmkFVVCABFnNAcQcQKBRcSIOIG0OtYqXX9rk14sr6N0v46IT+tekoi4dSyrNZGg6W5AaOSDkx4RBzNyXcJ1jNq9nfOuSaxrC09NTZmlDnXzrr40ODgofX19ousQl8tlsesWnzp1yqzIFHcJRD0eIk7g1dTuCZoAklQNqSHi4Ai7buSJUfpj1O7t3A9+8AO57rrrjHzvv/9+A9wKV/8eGxuTg4MDmZ2dlaGhIVlfX5dCoWDWJN7d3TVlVdi9vb1mmcQ4GyKOQ6/Bvu2eoAkgQcRJQ21x/Yi4xUATqM51jLLUznmF6per/Xtra6tGxNqL3tjYkOHh4djRRcSxEV5aQZYSNAE84roBobcVHFViFMzIdQnXMWr3ds47NH3mzJmqUOuJWKWrDx2a1p+jo6OytrYmAwMD0tHRETsVEHFshIg4KkLXDQgiDo4YMQpm5LqE6xi1u4i98dOhaB1u1t6tX8TeYWu7z9LSkvT09MjKyopsbm6KnUduNidaIuL9/X3RR1q2s5XzTk/lrtIJp8dP+8Fdx0f5EKOjs4QYpf1VJOI6Rml7DXV3d4s+mtm0d7y6uiojIyPm5ivvvK9fzHrTlkrbDk339/dLpVKRUqlUvdkr6jm0RMRRD5p0ed4pJk04Xv2u40OPODh+xCiYkesSrmPUzj1ivdv5vvvuk5tuuskMLXt7xCpae7PW3t6eLCwsyPj4uJGs3qi1vLxshqS3t7fNHLH+HvfOaUScwKupnRM0ARyXVOm6AUHEwVEmRsGMXJdwHaN2b+dUtouLiyaMR318aWJiwtwVrfKen5+XYrEo9qNLc3Nz6Rmadp2Q/uOToGmLSO35uI4PIg7OD2IUzMh1CdcxancRu46f9/j0iBOIBgl6NFTXDQgiDk56YhTMyHUJ1zGinWtdBiDi1rGs1kSCIuIE0upYq3TdyPNmKTjc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lG7t3O6BvHMzIxcuHDhyNWXBgcHpa+vT3R5xHK5LJ2dnTI5OVldgSnuEogaaUQcnO+RS7R7gka+4Ig7uG5AaOSDA0aMghm5LuE6Ru3ezi0tLUmhUDBCvfvuu42MrXDtesQHBwcyOzsrQ0NDsr6+bsrrmsS7u7umrO7X29trlkmMsyHiOPQa7NvuCZoAkpoqXTcgiDg4wsQomJHrEq5jlKV2TsWrch0eHr5Erla2W1tbNSJWcW9sbJh94m6IOC7BOvtnKUETwCOuGxBEHBxVYhTMyHUJ1zHKUjvn7dn6e7m2t6zi1aFp/Tk6Oipra2syMDAgHR0dsVMBEcdGeGkFWUrQBPAg4iSgtrhO1408b5aCA+o6Rllp53Tu19uz9YtYe8u66VC03XRYu6enR1ZWVmRzc1PsPHJw1Ope/pNcAAANnElEQVSXaImI9/f3RR9p2c5Wzjs9lbtKJ5weP+0Hdx0f5UOMjs4SYpT2V5GI6xil7TXU3d0t+oiy6Q1bCwsLMj4+Ll1dXWbXej1i7zywiluHse3QdH9/v1QqFSmVStU6opyDlm2JiKMeNOnyvFNMmnC8+l3Hh95WcPyIUTAj1yVcx6jde8Qq1MXFRZmamqoRqD5vb9ba29urEbXeqLW8vGyGpLe3t01PWn+Pe+c0Ik7g1dTuCZoAkpoqXTcgiDg4wsQomJHrEq5j1M7t3OHhoczNzZlhZbtpD9dKWXvFOges28TEhLkrWveZn5+XYrFY/eiSrSMVQ9OuE9J/fBI0bRGpPR/X8UHEwflBjIIZuS7hOkbtLGLXsfMfnx5xAhEh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ykI7p+sRz8zMyNmzZ80KS3bzrr5kV1bS5RHL5bJ0dnbK5ORkdQWmuEsg6jERcXC+Ry6RhQSNfNERdnDdgNDIBweLGAUzcl3CdYzavZ3TNYdVrldccYVce+21VRF71yM+ODiQ2dlZGRoakvX1dSkUCqJrEu/u7kpfX5+osHt7e2sk3kxeIOJmqAXs0+4JmgCSmipdNyCIODjCxCiYkesSrmOUlXbOL9NGf29tbdWIWNcv3tjYkOHh4dipgIhjI7y0gqwkaAJoTJWuGxBEHBxZYhTMyHUJ1zHKSjsXRsQqXX3o0LT+HB0dlbW1NRkYGJCOjo7YqYCIYyNExFERum5AEHFwxIhRMCPXJVzHKC8i1iFs3XQo2m5LS0vS09MjKysrsrm5KXYeudmcaImI9/f3RR9p2c5Wzjs9lbtKJ5weP+0Hdx0f5UOMjs4SYpT2V5GI6xil7TXU3d0t+oi6hekRe+eBdQ5Z54jt0HR/f79UKhUplUrS1dUV9fCmfEtE3NSRE9yJd4oJwm1B1a7jQ484OIjEKJiR6xKuY5TVHrH3Zq29vT1ZWFiQ8fFxI1m9UWt5edkMSW9vb5s5Yv097p3TiDiBV1NWEjQBNKZK1w0IIg6OLDEKZuS6hOsYtXs7p0POi4uL1TBqD3dqasoI1/vxpYmJCXNX9OHhoczPz0uxWKx+dGlubi49Q9OuE9J/fBI0bRGpPR/X8UHEwflBjIIZuS7hOkbtLmLX8fMenx5xAtEg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avd2Tpc0nJ6eNmsLd3Z2yuTkpFlVSZdBLJfLNc/pyktxlzo8KqKIODjfI5do9wSNfMERd3DdgNDIBweMGAUzcl3CdYzavZ3TpQ516cO+vj4jX10WcWxsTL7//e9LoVAwaw+rpPX/Wra3t9csh5jEhogToNruCZoAkpoqXTcgiDg4wsQomJHrEq5j1M7tnEq2UqlIqVQy6w97/7733ntrRKyy3tjYkOHh4cRCjogTQNvOCZoAjkuqdN2AIOLgKBOjYEauS7iOUTu3c/VEPDs7K0NDQ0bKOjStAh4dHZW1tTUZGBiQjo6OxEKOiBNA284JmgAORHwcUFt8DNeNPG+WggPqOkbt3M75RaxzwPPz81IsFs08sd2Wlpakp6dHVlZWZHNzUwYHB81Qdau3loh4f39f9MEGAQhAAAIQcEGgu7tb9BFmO2poWoeqddN5Y50jtkPT/f39NcPZYY4TtkxLRBz2YJSDAAQgAAEIpIGA92YtvVFLpWvngVXUy8vLZkh6e3vbzBHr70ndOY2I05ARnAMEIAABCBwrAe/Hl7TXOzU1ZW7c8g9T699zc3PpH5o+VnocDAIQgAAEIJAhAvSIMxRMLgUCEIAABNqPACJuv5hxxhCAAAQgkCECiDhDweRSIAABCECg/Qgg4vaLGWcMAQhAAAIZIoCIMxRMLgUCEIAABNqPACJuv5hxxhCAAAQgkCECiDhDweRSIAABCECg/Qgg4vaLGWcMAQhAAAIZIpAbEdtvR7nqqquqX2Nmv+JM47m4uFgNq/eLvW2Zq6++WmZmZuTChQum3MTERGJrU7ZLfu3s7NQw0fO231CjXw9n1/rU55WjrmKiWz2+119/fc2Xrmvdq6urMjIyIg888EA1Pt5vwPFz0mM8+uijZk1RXSnFfm3dDTfcUHOe11xzjSmjm/3GHP39zJkz1dzQ75nVr7Xz7pvUF76nKd7ebxHyM/HG0C6kfu7cueo6rf7v77XX5c8T7yLs9nj6Rfr6Zft2oXYboyRXvEkT91aeizdOtl5vbnu/2tFf1l+u3uspyeUAW8mhnerKjYg1KPYrzbRB1QWe7WLP+h2j9ntGbcOg/7cLQnuFovV4G4+kFopupySy5+ptiL0i9n6Pq5+dv1Gwi297F+r2NsZal/7PytbLyR87LaubvolaWFiQ8fFx8xV2jerwn6euxvLII4/I7bffLldeeaXYZdK8q7O0Y5yinLP/O3j97Cxjfa2ocL2cvSL2Pu8td/nll5s3Q7q/97V0VJyjnH9ey9o3kirNo9o07+tPWXn/bvR6SmL1obzGyV53rkRsE0sbV11nUpPOrj/pXfjZ21D4e3YWnDfR855ER4nY39PVsl52/i9e1//rC72RiBv1uuw5aH0PPvigfPCDHzRLl9melncR8EZvpPx1+yVk37jl6c2Xl0k9aXpjGVbEXv4vfvGL64q40bJ0vNbCEfC3T41ec34R+1939V5Pecr/cLTjl8qViBsNw9iesuLUL/7WzTbcR4lYG+p6PbP4YWmPGo4Sl32Bv+pVr7qkJ9lIst7GotEbHT1mo56pxsM7xeAd3rSxt1MK9aTqr1vr09EQ2/DkVcSW97Of/exLpOmdQtjb26tOJ3hHMfyCDiNi2zuzIyTt8YpIz1m2QsTeKSG9MqYLkotvbkTsffHr8KTO9549e7buPK+3cdFlr/xD07ZXh4gfr75heeyxx2qGJa2Ig3rE3tT2zwvb3rG3zFEi9spf5xp1vqveMFqj3pa/bl0UvFAoVBcKz7uIdUjez8D7Zkzj5x1ZsnFrRsT0iOM1+q0QsW379M30Ua+neGfK3kogNyKu19upN9doe8e2EfcP3di0adSry1NaHdUIN1rr86j5dVvfW9/61uq0gX8+tpGI/fVqfLR3bJc288bFf1OX/Z+3bp0T9g5n57WH5uftfz1YYd54443VqQD/0GUzImaOOF5LElfEd9xxh3z5y1+uzt0f9XqKd6bsnTsR15sn1LuodfirXC5XM6LeXb3+nhUi/v83v1mmv/jFL2oW1q53E0i9u6a9L8NG637WuwvUe+et1lGvB2WFq/cB3Hnnneb8jhpi80pHy+ld229/+9vNNW5ubpp983a3fJCI7RsUja33jlv/SIf3Zq1GQ9PcNR1fSt41dr3tWNQ5YhWxvpEtFos1I0Leu6jjny01WAK56RET8tYTCLpxKsoR7fxuHj4iFIVLmstq465vYBsJOM3nzrlBIE0EEHGaotFm59JKEbfZpXO6EIAABFpGABG3DCUVQQACEIAABKITQMTRmbEHBCAAAQhAoGUEEHHLUFIRBCAAAQhAIDoBRBydGXtAAAIQgAAEWkYAEbcMJRVBAAIQgAAEohNAxNGZsQcEIAABCECgZQQQcctQUhEEIAABCEAgOgFEHJ0Ze0AAAhCAAARaRgARtwwlFUEAAhCAAASiE6iK+Pe///0Dl1122XXRq2APCEAAAhCAAASaJXDx4sX/+V/cY7wa/ej6vAAAAABJRU5ErkJggg=="/>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5" name="AutoShape 2" descr="data:image/png;base64,iVBORw0KGgoAAAANSUhEUgAAAeIAAAEiCAYAAAAlAdEXAAAAAXNSR0IArs4c6QAAIABJREFUeF7tnX1oLFfd+L/Fl9RiTCW9KBfxiopSwUs1QXGV2tL7lFRdSw1aSzSY1LjVq4nxNUTzVzRs1ccYteIabDCo8S02Em2L5toHwWgxaChGjCgSKiH0NtJ6pSb4cp/f9/w4+8zO3c3M7OzkzM58BpYkmzNnZj7f757PnnNm91wmbBCAAAQgAAEIOCNwmR754YcfvvjEE084OwkODAEIQAACEMgjgYsXL/6PEfH29vbFF73oRXlkwDVDAAIQgAAEnBH4wx/+IIjYGX4ODAEIQAACeSeAiPOeAVw/BCAAAQg4JYCIneLn4BCAAAQgkHcCiDjvGcD1QwACEICAUwKI2Cl+Dg4BCEAAAnkngIjzngFcPwQgAAEIOCWAiJ3i5+AQgAAEIJB3Aog47xnA9UMAAhCAgFMCiNgpfg4OAQhAAAJ5J4CI854BXD8EIAABCDglgIid4ufgEIAABCCQdwKIOO8ZwPVDAAIQgIBTAojYKX4ODgEIQAACeSeAiPOeAVw/BCAAAQg4JYCIneLn4BCAAAQgkHcCiDjvGcD1QwACEICAUwKI2Cl+Dt5uBB566CEpl8vmtJ/1rGfJ2972Nnn5y18ul11mlvWuu/3yl7+U7373u/LXv/5VDg8PTZlnPOMZUigUpFgsyjOf+czqfo8//rhMT0/LS17yEhkeHpZ//vOf8sUvflEuXLggH/rQh+Rf//qXfPOb35Sf//zn0tHRIa9//evlDW94gzzlKU8xddx9993yu9/9TqampqSrq8scb25uTv7zn//I+9//frn88surz2n5sbExeeCBB2RxcVGe9KQnyenTp2VkZESuvPJKU5//fHZ3d+WTn/yknDlzRm655RbRBuRrX/ua/PnPfzY8hoaG5KUvfemRPNot5pwvBJImgIiTJkz9mSKws7NjRPT3v//dXNcVV1whk5OT8vznP7/hdd5///1GdPU2lfCHP/xhed7znldXfPrkr371KyNYFaQKXc/Bu918883ylre8xcivkYitdFXeVq4veMEL5F3vepf85Cc/qTm/V7/61eZ5lbtfxP/+97/lq1/9qjz22GPymte8Rubn56tvLvQYWv9HPvIRufrqqzMVdy4GAkkSQMRJ0qXuzBJQIWlPUsV3xx13yLXXXnukiO+55x4j7FOnTsnFixflb3/7m/zwhz+U++67z+x7++23mx6pX3xaqZa98847zU99A6A9Ze1Naw/7s5/9rOklf+xjHzO92HvvvVd++tOfVnvEfunqMR599FH5xCc+YXq/Wpfd9vf35Qtf+II5hu1R1zsf7XF/7nOfM+LXY773ve+V5zznOfLrX//a9N71et7xjnfQK85s9nNhrSaAiFtNlPpyQ0B7pjMzM2aItq+vL7SIbcEnnnhCPvOZz8hTn/rU6rBxPfFp+dXVVVlaWpJbb71V3vjGN1Ylt7a2Jt/5zneMiFXy2vv2Sr+edI86b31jocPvH//4x+Wqq66q+8bgH//4h3kDoMPRExMT8sIXvtBckg6Dq8j1jYEdBs9NMnChEIhBABHHgMeu+SYQV8R2/vaRRx45sgeqlH/zm98YyWmv2opPn7dz1ipE7eF6RazD5t/61rfkwQcflHe/+92iQ87efer15FXEWt723uu9MdAevQ5P63yxzlvrcezmHxrPd4Zw9RAIRwARh+NEKQhUCegQsfZO9SYsleng4GBTPeJ6Im6EWY+nQ8If/ehH5elPf3q1mF/Ev/3tb83NZHpzlm46Z6s9aH3osLRuKmvtRfulrv8LI2Idutahcr2h7Lbbbqs5ZUTMCwUC0Qkg4ujM2CPHBPTu5U996lPypz/9qUrhzW9+sxmebrT5h4ttubAitkPYJ06cMDdRWaF6e7e2R2yHop/73Oeac9K5W3tHtZbXeeVPf/rTNfPK3vMOI+I//vGPZki+VCrJK1/5SkSc49cDl94aAoi4NRypJScEVKpf//rXzV3KOtSrUj558qS85z3vqRGeF0dcEe/t7Zk7tW+66SZ53eteV0Pa3yPWm8i093zu3Dl505veJK997WvNR6X0+e3tbfNRo4cffli8d1pHFfHPfvYzw8DOS/v39358KidpwWVCIBYBRBwLHzvniYC9e1nnRD/wgQ/Ik5/8ZPnSl74kf/nLX6p3LdfjcdTHl7S8itzepVxvf52z1c8C68ecXvayl5nhY71Jy7vZHrHt9c7Oztb02r1lX/GKV5je7NOe9jTztL++zs7OhnPEKvSvfOUror1iPWe9c1o/96zzxXYLup485QzXCoEwBBBxGEqUgcD/I6Cf51UhvvOd75TrrrvOMNGPC33ve9+rO99qocUVsfZwtReqPVAdag4SsR734OBAfvSjH5n9zp8/b4az9bPKN9xwg+nJe4ero4jYzg/rl4W8733vM8dBxLw8IBCPACKOx4+9IQABCEAAArEIIOJY+NgZAhCAAAQgEI8AIo7Hj70hAAEIQAACsQgg4lj42BkCEIAABCAQjwAijsePvSEAAQhAAAKxCCDiWPjYGQIQgAAEIBCPACKOx4+9IQABCEAAArEIIOJY+NgZAhCAAAQgEI8AIo7Hj70hAAEIQAACsQgg4lj42BkCEIAABCAQjwAijsePvSEAAQhAAAKxCCDiWPjYGQIQgAAEIBCPACKOx4+9IQABCEAAArEIIOJY+NgZAhCAAAQgEI8AIo7Hj70hAAEIQAACsQgg4lj42BkCEIAABNqVwM7OjszMzMjZs2fl9OnT1cvwrtE9ODgofX195n/1nn/ooYekXC5LZ2enWZf81KlTcnh4KN/4xjekv79fdO3uoA0RBxHi/xCAAAQgkDkC999/v6hEr7jiCrn22murItbn9H9jY2NycHAgs7OzMjQ0JI8//njd59fX16VQKJj/7+7uGmmrsHt7e2vkfhRARJy59OKCIAABCEAgLAG/NBv9vbGxUSNXW25ra6tGxCdPnhQtOzw8HPYUBBGHRkVBCEAAAhDIGoEwIla5am/X28vV/fR5fejQtP4cHR2VtbU1GRgYkI6OjtCoEHFoVBSEAAQgAIGsEQgSsQ5T6+YXsX3ezh9rmaWlJenp6ZGVlRXZ3NwU7/xy4kPT+/v7og82CEAAAhCAgAsC3d3doo+oW5CI7f8bDU3bm7x0blllbYem9UatSqUipVIp8IYtesRRo0Z5CEAAAhDIDAG/iL03a+3t7cnCwoKMj4+L3mFtb+LyPq93ReuNWsvLy2ZIent728wR6+9h75xGxJlJJy4EAhCAAATCElCpLi4uVotrT3Zqasr0Xr0fU5qYmKje/Vzvef2o0vz8vBSLxepHl+bm5o5/aDrshVMOAhCAAAQgAIFaAvSIyQgIQAACEICAQwKI2CF8Dg0BCEAAAhBAxOQABCAAAQhAwCEBROwQPoeGAAQgAAEIIGJyAAIQgAAEIOCQACJ2CJ9DQwACEIAABBAxOQABCEAAAhBwSAARO4TPoSEAAQhAAAKImByAAAQgAAEIOCSAiB3C59AQgAAEIAABREwOQAACEIAABBwSQMQO4XNoCEAAAhCAACImByAAAQhAIHcEdOnC6enp6hrCduUlBeFdZWlwcFD6+vpEl0csl8vS2dkpk5OT1ZWWwi51eBRgRJy79OOCIQABCOSbgC5dqEsVqmBPnz5t1hne3d2V4eFhI1y77vDBwYHMzs7K0NCQrK+vS6FQMGsPa1nd17+WcbNUEXGz5NgPAhCAAATakoDKtFKpSKlUMusP7+zsyMLCgoyPj8vy8rL09vbWrEGsf29tbdWIWNcv3tjYMPKOuyHiuATZHwIQgAAE2oqAv0fsFXM9Eat09aFD0/pzdHRU1tbWZGBgQDo6OmJfOyKOjZAKIAABCECg3QjYOV973ipYnSf2i1iHqXXToWi7LS0tSU9Pj6ysrMjm5qbYeeRmGbRExPv7+6IPNghAAAIQOB4CZyvnj+dADY5yV+mE0+P7D97d3S36aGbToenV1VUZGRkRvfmq3tC0ziXrpgLXOWI7NN3f318zzN3M8Vsi4mYOzD4QgAAEINA8gf/64M+b37kFe/7kv1/dglrcV2GHqVW09u5oe7PW3t5ede5Y55J1CFt7zDokvb29beaI9fe4d04jYvd5wBlAAAIQiEwAEUdGVrNDvY8o2QLe/01MTJgbt1TY8/PzUiwWqx9d0juvUz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4wVb1yCemZmRCxcumIrsKkv6e72VmXQd4nK5LJ2dnTI5OVldgSnuEoh6PEQcL5bsDQEIQMAJAUQcD7vKtre31yxxqFJeXV2VkZERs86wXY/44OBAZmdnZWhoSNbX16VQKJg1iXd3d83axd464pwNIo5Dj30hAAEIOCKAiOOB94tYRXvbbbddIldbbmtrq0bEJ0+elI2NDRkeHo53IvSIY/OjAghAAAJOCCDieNi1Zzs9PW16t9dcc42MjY1JR0dHXRGrdPWhQ9P6c3R0VNbW1mRgYMDsE3ejRxyXIPtDAAIQcEAAEceDrsPRn//85+Xmm28Wnee95ZZb6g436zC1bjoUbbelpSXp6emRlZUV2dzclMHBwZr/Rz2zloh4f39f9MEGAQhAAALHQ+Bs5fzxHKjBUe4qnXB6fP/Bu7u7RR9hNu0N27nfU6dOmXnfSqUipVJJlpeXq3PHWpd/Hlhv2tJetB2a7u/vr+7b1dUV5vCXlGmJiJs6MjtBAAIQgEDTBOgRN43OiNcrYu0dLywsyPj4uLlxy96stbe3V31eJav7qah1SFpv6tI5Yv097p3TiLj5WLInBCAAAWcEEHE89PbjSLaWRh9fss8fHh7K/Py8FIvF6keX5ubm0j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mw+2Lmc4PT1t1hW2m64vPDU1Jbrcoa5BvLa2Zv41ODgofX19Yldr6uzslMnJyeoKTHGXQNRjIOLmY8meEIAABJwRQMStQ6+S1bWFh4eHjXDtesQHBwfVdYvX19elUCiYNYlV4CpnFXZvb6+cPn061skg4lj42BkCEICAGwKIuHXcvUL1y9X+vbW1VSNi7UFbecc9E0QclyD7QwACEHBAABG3BvrOzo6srq7KyMiIdHR0XNLLVRGrdPVRLpfNz9HRUTN0PTAwYPaJuyHiuATZHwIQgIADAoi4NdB1GFo3HWrWzd8j9v9fyywtLUlPT4+srKzI5uZmdR652TNqiYj39/dFH2wQgAAEIHA8BM5Wzh/PgRoc5a7SCafH9x+8u7tb9BFl0/neSqUipVLJ3KRVT8R+Mescss4R26Hp/v7+S+qIcg5atiUijnpQykMAAhCAQDwC9Ijj8dO9tberUtWbtOzmvVlrb29PFhYWZHx83Ihaxb28vGyGpLe3t80csf4e985pRBw/ltQAAQhA4NgJIOJ4yA8PD2Vubs4MSfvvevZ+fGliYsL8X8vPz89LsVisfnRJ90/N0HQ8HOwNAQhAAAJRCSDiqMTSW54ecXpjw5lBAAIQaEgAEWcnORBxdmLJlUAAAjkigIizE2xEnJ1YciUQgECOCCDi7AQbEWcnllwJBCCQIwKIODvBRsTZiSVXAgEI5IgAIs5OsBFxdmLJlUAAAjkigIizE2xEnJ1YciUQgECOCCDi7AQbEWcnllwJBCCQIwKIODvBRsTZiSVXAgEI5IgAIs5OsBFxdmLJlUAAAjkigIizE2xEnJ1YciUQgECOCCDi7AQbEWcnllwJBCCQIwKIODvBRsTZiSVXAgEI5IgAIo4fbF0GcXFx0VR05syZ6nKI3tWXBgcHzQpNujxiuVyWzs5OmZycrK7AFHcJRD02Io4fS2qAAAQgcOwEEHE85N51hzs6OqqVeZ8/ODiQ2dlZGRoakvX1dSkUCmZNYl3DWOWswu7t7b1kGcWoZ4aIoxKjPAQgAIEUEEDE8YLQSKL+5+3fW1tbNSI+efKkbGxsVHvRcc4GEcehx74QgAAEHBFAxM2DPzw8lLm5Odnc3KxWYoeg64lYpasPHZrWn6Ojo7K2tiYDAwPi7U03e0aIuFly7AcBCEDAIQFE3Dx8FfH8/LwUi0Uz17uzsyMLCwsyPj4uy8vLNcPNOo+smw5F221paUl6enpkZWXFyNxKvNkzaomI9/f3RR9sEIAABCBwPATOVs4fz4EaHOWu0gmnx/cfvLu7W/QRZvOL2Pv3uXPnakTs7yHrHLLOEduh6f7+fqlUKlIqlaSrqyvM4S8p0xIRN3VkdoIABCAAgaYJ0CNuGp3ZUQWrMrV3RGvPd2xsTLa3t8X+vre3V+0pq2T1Ri3tMeuQtJbTOWL9Pe6d04g4XizZGwIQgIATAog4HnaV6vT0tOndej+SZCWtc8C6TUxMmLui6/Wi7TxzKoam4+FgbwhAAAIQiEoAEUcllt7y9IjTGxvODAIQgEBDAog4O8mBiLMTS64EAhDIEQFEnJ1gI+LsxJIrgQAEckQAEWcn2Ig4O7HkSiAAgRwRQMTZCTYizk4suRIIQCBHBBBxdoKNiLMTS64EAhDIEQFEnJ1gI+LsxJIrgQAEckQAEWcn2Ig4O7HkSiAAgRwRQMTZCTYizk4suRIIQCBHBBBxdoKNiLMTS64EAhDIEQFEnJ1gI+LsxJIrgQAEckQAEWcn2Ig4O7HkSiAAgRwRQMTZCTYizk4suRIIQCBHBBBxvGDrUoeLi4vVSuwqS/qELpFoV1+yKyvpOsTlcrlmpSZdkSnuEoh6PEQcL5bsDQEIQMAJAUQcD7uKWDddj9i7qXDtesQHBwcyOzsrQ0NDsr6+LoVCwaxJrEsn6n4q7N7eXrNMYpwNEcehx74QgAAEHBFAxPHANxKxX672762trRoRnzx5UjY2NmR4eDjeidAjjs2PCiAAAQg4IYCI42H3Dk2rVKempqSrq+uSXq6KWP+vDx2a1p+jo6Nm6HpgYEA6OjrinQgijs2PCiAAAQg4IYCIW4ddpaxD0mNjY2bO1zvcXK/nvLS0JD09PbKysiKbm5ti55GbPaOWDE3v7++LPtKyna2cd3oqd5VOOD0+B4cABLJPgHauNsbd3d2ij2a2nZ0dWV1dlZGRkUtE7B+qVmHrHLEdmu7v75dKpSKlUsn0qJvZWiLiZg6c5D68U0ySLnVDAAJpIEA717ooaK9X5arzvd6btfb29mRhYUHGx8eNZPVGreXlZTMkvb29beaI9fe4d04j4tbFslrTT/771QnUSpUQgAAE/o8AIm4+G1So09PTRr66XXPNNWZY2s73ej++ZD/WpB9Vmp+fl2KxKKdOnRL9e25uLj1D083jSGZPEjQZrtQKAQikhwDtXHpiEfdM6BHHJVhnf3rECUClSghAoIYAIs5OQiDiBGKJiBOASpUQgAAizmgOIOIEAouIE4BKlRCAACLOaA4g4gQCi4gTgEqVEIAAIs5oDiDiBAKLiBOASpUQgAAizmgOIOIEAouIE4BKlRCAACLOaA4g4gQCi4gTgEqVEIAAIs5oDiDiBAKLiBOASpUQgAAizmgOIOIEAouIE4BKlRCAACLOaA4g4gQCi4gTgEqVEIAAIs5oDiDiBAKLiBOASpUQgAAizmgOIOIEAouIE4BKlRCAACLOaA4g4gQCi4gTgEqVEIAAIk4gB3QJxHvuuUcmJyfNqkq6eVdfGhwclL6+PrM8Yrlcls7OzmpZXYEp7hKIejxEnEBgEXECUKkSAhBAxC3OgZ2dHfn2t79tar311luNiL3rER8cHMjs7KwMDQ3J+vq6FAoFsyaxLp+oclZh9/b2yunTp2OdGSKOha/+zog4AahUCQEIIOIW5oBdX/jGG2+UH//4x9V1hv1ytX9vbW3ViPjkyZOysbEhw8PDsc8KEcdGeGkFiDgBqFQJAQgg4hbmgPZ8tWd7/fXXy/z8/JEiVunqQ4em9efo6Kisra3JwMCAdHR0xD4rRBwbISJOACFVQgACAQRYj7j5FNHh5UqlIqVSSS6//PIjRaxzyLrpULTdlpaWpKenR1ZWVmRzc1PsPHKzZ9QSEe/v74s+0rKdrZx3eip3lU44PX7aD+46PsqHGKU9Szi/IAKuX0dpew11d3eLPsJsOjc8MzMjFy5cqBa3N2GdO3euZt7XP1Rte9J2aLq/v78q9a6urjCHv6RMS0Tc1JET3Il3ignCbUHVruOjl8D0QQsCSRVOCbh+HWXlNWTniovF4iU3a+3t7cnCwoKMj4+LSlZ70svLy2ZIent728wR6+9x75xGxAm8lLKSoAmgMVW6bkAQcVKRpd7jJOD6dZSVds4vYo2h9+NLExMT5q5ofzn9e25uLj1D08eZfGGORYKGoeSujOv4IGJ3sefIrSPg+nWUFRG3LiLN10SPuHl2DfckQY+G6roBQcQJJD1VHjsB168j2rnWhRwRt45ltSYSFBEnkFZUCYEaAog4OwmBiBOIJSJGxAmkFVVCABFnNAcQcQKBRcSIOIG0okoIIOKM5gAiTiCwiBgRJ5BWVAkBRJzRHEDECQQWESPiBNKKKiGAiDOaA4g4gcAiYkScQFpRJQQQcUZzABEnEFhEjIgTSCuqhAAizmgOIOIEAouIEXECaUWVEEDEGc0BRJxAYBExIk4gragSAog4ozmAiBMILCJGxAmkFVVCABFnNAcQcQKBRcSIOIG0OtYqXX9rk14sr6N0v46IT+tekoi4dSyrNZGg6W5AaOSDkx4RBzNyXcJ1jNq9nfOuSaxrC09NTZmlDnXzrr40ODgofX19ousQl8tlsesWnzp1yqzIFHcJRD0eIk7g1dTuCZoAklQNqSHi4Ai7buSJUfpj1O7t3A9+8AO57rrrjHzvv/9+A9wKV/8eGxuTg4MDmZ2dlaGhIVlfX5dCoWDWJN7d3TVlVdi9vb1mmcQ4GyKOQ6/Bvu2eoAkgQcRJQ21x/Yi4xUATqM51jLLUznmF6per/Xtra6tGxNqL3tjYkOHh4djRRcSxEV5aQZYSNAE84roBobcVHFViFMzIdQnXMWr3ds47NH3mzJmqUOuJWKWrDx2a1p+jo6OytrYmAwMD0tHRETsVEHFshIg4KkLXDQgiDo4YMQpm5LqE6xi1u4i98dOhaB1u1t6tX8TeYWu7z9LSkvT09MjKyopsbm6KnUduNidaIuL9/X3RR1q2s5XzTk/lrtIJp8dP+8Fdx0f5EKOjs4QYpf1VJOI6Rml7DXV3d4s+mtm0d7y6uiojIyPm5ivvvK9fzHrTlkrbDk339/dLpVKRUqlUvdkr6jm0RMRRD5p0ed4pJk04Xv2u40OPODh+xCiYkesSrmPUzj1ivdv5vvvuk5tuuskMLXt7xCpae7PW3t6eLCwsyPj4uJGs3qi1vLxshqS3t7fNHLH+HvfOaUScwKupnRM0ARyXVOm6AUHEwVEmRsGMXJdwHaN2b+dUtouLiyaMR318aWJiwtwVrfKen5+XYrEo9qNLc3Nz6Rmadp2Q/uOToGmLSO35uI4PIg7OD2IUzMh1CdcxancRu46f9/j0iBOIBgl6NFTXDQgiDk56YhTMyHUJ1zGinWtdBiDi1rGs1kSCIuIE0upYq3TdyPNmKTjc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lG7t3O6BvHMzIxcuHDhyNWXBgcHpa+vT3R5xHK5LJ2dnTI5OVldgSnuEogaaUQcnO+RS7R7gka+4Ig7uG5AaOSDA0aMghm5LuE6Ru3ezi0tLUmhUDBCvfvuu42MrXDtesQHBwcyOzsrQ0NDsr6+bsrrmsS7u7umrO7X29trlkmMsyHiOPQa7NvuCZoAkpoqXTcgiDg4wsQomJHrEq5jlKV2TsWrch0eHr5Erla2W1tbNSJWcW9sbJh94m6IOC7BOvtnKUETwCOuGxBEHBxVYhTMyHUJ1zHKUjvn7dn6e7m2t6zi1aFp/Tk6Oipra2syMDAgHR0dsVMBEcdGeGkFWUrQBPAg4iSgtrhO1408b5aCA+o6Rllp53Tu19uz9YtYe8u66VC03XRYu6enR1ZWVmRzc1PsPHJw1Ope/pNcAAANnElEQVSXaImI9/f3RR9p2c5Wzjs9lbtKJ5weP+0Hdx0f5UOMjs4SYpT2V5GI6xil7TXU3d0t+oiy6Q1bCwsLMj4+Ll1dXWbXej1i7zywiluHse3QdH9/v1QqFSmVStU6opyDlm2JiKMeNOnyvFNMmnC8+l3Hh95WcPyIUTAj1yVcx6jde8Qq1MXFRZmamqoRqD5vb9ba29urEbXeqLW8vGyGpLe3t01PWn+Pe+c0Ik7g1dTuCZoAkpoqXTcgiDg4wsQomJHrEq5j1M7t3OHhoczNzZlhZbtpD9dKWXvFOges28TEhLkrWveZn5+XYrFY/eiSrSMVQ9OuE9J/fBI0bRGpPR/X8UHEwflBjIIZuS7hOkbtLGLXsfMfnx5xAhEh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ykI7p+sRz8zMyNmzZ80KS3bzrr5kV1bS5RHL5bJ0dnbK5ORkdQWmuEsg6jERcXC+Ry6RhQSNfNERdnDdgNDIBweLGAUzcl3CdYzavZ3TNYdVrldccYVce+21VRF71yM+ODiQ2dlZGRoakvX1dSkUCqJrEu/u7kpfX5+osHt7e2sk3kxeIOJmqAXs0+4JmgCSmipdNyCIODjCxCiYkesSrmOUlXbOL9NGf29tbdWIWNcv3tjYkOHh4dipgIhjI7y0gqwkaAJoTJWuGxBEHBxZYhTMyHUJ1zHKSjsXRsQqXX3o0LT+HB0dlbW1NRkYGJCOjo7YqYCIYyNExFERum5AEHFwxIhRMCPXJVzHKC8i1iFs3XQo2m5LS0vS09MjKysrsrm5KXYeudmcaImI9/f3RR9p2c5Wzjs9lbtKJ5weP+0Hdx0f5UOMjs4SYpT2V5GI6xil7TXU3d0t+oi6hekRe+eBdQ5Z54jt0HR/f79UKhUplUrS1dUV9fCmfEtE3NSRE9yJd4oJwm1B1a7jQ484OIjEKJiR6xKuY5TVHrH3Zq29vT1ZWFiQ8fFxI1m9UWt5edkMSW9vb5s5Yv097p3TiDiBV1NWEjQBNKZK1w0IIg6OLDEKZuS6hOsYtXs7p0POi4uL1TBqD3dqasoI1/vxpYmJCXNX9OHhoczPz0uxWKx+dGlubi49Q9OuE9J/fBI0bRGpPR/X8UHEwflBjIIZuS7hOkbtLmLX8fMenx5xAtEg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avd2Tpc0nJ6eNmsLd3Z2yuTkpFlVSZdBLJfLNc/pyktxlzo8KqKIODjfI5do9wSNfMERd3DdgNDIBweMGAUzcl3CdYzavZ3TpQ516cO+vj4jX10WcWxsTL7//e9LoVAwaw+rpPX/Wra3t9csh5jEhogToNruCZoAkpoqXTcgiDg4wsQomJHrEq5j1M7tnEq2UqlIqVQy6w97/7733ntrRKyy3tjYkOHh4cRCjogTQNvOCZoAjkuqdN2AIOLgKBOjYEauS7iOUTu3c/VEPDs7K0NDQ0bKOjStAh4dHZW1tTUZGBiQjo6OxEKOiBNA284JmgAORHwcUFt8DNeNPG+WggPqOkbt3M75RaxzwPPz81IsFs08sd2Wlpakp6dHVlZWZHNzUwYHB81Qdau3loh4f39f9MEGAQhAAAIQcEGgu7tb9BFmO2poWoeqddN5Y50jtkPT/f39NcPZYY4TtkxLRBz2YJSDAAQgAAEIpIGA92YtvVFLpWvngVXUy8vLZkh6e3vbzBHr70ndOY2I05ARnAMEIAABCBwrAe/Hl7TXOzU1ZW7c8g9T699zc3PpH5o+VnocDAIQgAAEIJAhAvSIMxRMLgUCEIAABNqPACJuv5hxxhCAAAQgkCECiDhDweRSIAABCECg/Qgg4vaLGWcMAQhAAAIZIoCIMxRMLgUCEIAABNqPACJuv5hxxhCAAAQgkCECiDhDweRSIAABCECg/Qgg4vaLGWcMAQhAAAIZIpAbEdtvR7nqqquqX2Nmv+JM47m4uFgNq/eLvW2Zq6++WmZmZuTChQum3MTERGJrU7ZLfu3s7NQw0fO231CjXw9n1/rU55WjrmKiWz2+119/fc2Xrmvdq6urMjIyIg888EA1Pt5vwPFz0mM8+uijZk1RXSnFfm3dDTfcUHOe11xzjSmjm/3GHP39zJkz1dzQ75nVr7Xz7pvUF76nKd7ebxHyM/HG0C6kfu7cueo6rf7v77XX5c8T7yLs9nj6Rfr6Zft2oXYboyRXvEkT91aeizdOtl5vbnu/2tFf1l+u3uspyeUAW8mhnerKjYg1KPYrzbRB1QWe7WLP+h2j9ntGbcOg/7cLQnuFovV4G4+kFopupySy5+ptiL0i9n6Pq5+dv1Gwi297F+r2NsZal/7PytbLyR87LaubvolaWFiQ8fFx8xV2jerwn6euxvLII4/I7bffLldeeaXYZdK8q7O0Y5yinLP/O3j97Cxjfa2ocL2cvSL2Pu8td/nll5s3Q7q/97V0VJyjnH9ey9o3kirNo9o07+tPWXn/bvR6SmL1obzGyV53rkRsE0sbV11nUpPOrj/pXfjZ21D4e3YWnDfR855ER4nY39PVsl52/i9e1//rC72RiBv1uuw5aH0PPvigfPCDHzRLl9melncR8EZvpPx1+yVk37jl6c2Xl0k9aXpjGVbEXv4vfvGL64q40bJ0vNbCEfC3T41ec34R+1939V5Pecr/cLTjl8qViBsNw9iesuLUL/7WzTbcR4lYG+p6PbP4YWmPGo4Sl32Bv+pVr7qkJ9lIst7GotEbHT1mo56pxsM7xeAd3rSxt1MK9aTqr1vr09EQ2/DkVcSW97Of/exLpOmdQtjb26tOJ3hHMfyCDiNi2zuzIyTt8YpIz1m2QsTeKSG9MqYLkotvbkTsffHr8KTO9549e7buPK+3cdFlr/xD07ZXh4gfr75heeyxx2qGJa2Ig3rE3tT2zwvb3rG3zFEi9spf5xp1vqveMFqj3pa/bl0UvFAoVBcKz7uIdUjez8D7Zkzj5x1ZsnFrRsT0iOM1+q0QsW379M30Ua+neGfK3kogNyKu19upN9doe8e2EfcP3di0adSry1NaHdUIN1rr86j5dVvfW9/61uq0gX8+tpGI/fVqfLR3bJc288bFf1OX/Z+3bp0T9g5n57WH5uftfz1YYd54443VqQD/0GUzImaOOF5LElfEd9xxh3z5y1+uzt0f9XqKd6bsnTsR15sn1LuodfirXC5XM6LeXb3+nhUi/v83v1mmv/jFL2oW1q53E0i9u6a9L8NG637WuwvUe+et1lGvB2WFq/cB3Hnnneb8jhpi80pHy+ld229/+9vNNW5ubpp983a3fJCI7RsUja33jlv/SIf3Zq1GQ9PcNR1fSt41dr3tWNQ5YhWxvpEtFos1I0Leu6jjny01WAK56RET8tYTCLpxKsoR7fxuHj4iFIVLmstq465vYBsJOM3nzrlBIE0EEHGaotFm59JKEbfZpXO6EIAABFpGABG3DCUVQQACEIAABKITQMTRmbEHBCAAAQhAoGUEEHHLUFIRBCAAAQhAIDoBRBydGXtAAAIQgAAEWkYAEbcMJRVBAAIQgAAEohNAxNGZsQcEIAABCECgZQQQcctQUhEEIAABCEAgOgFEHJ0Ze0AAAhCAAARaRgARtwwlFUEAAhCAAASiE6iK+Pe///0Dl1122XXRq2APCEAAAhCAAASaJXDx4sX/+V/cY7wa/ej6vAAAAABJRU5ErkJggg=="/>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6" name="AutoShape 3" descr="data:image/png;base64,iVBORw0KGgoAAAANSUhEUgAAAeIAAAEiCAYAAAAlAdEXAAAAAXNSR0IArs4c6QAAIABJREFUeF7tnX1oLFfd+L/Fl9RiTCW9KBfxiopSwUs1QXGV2tL7lFRdSw1aSzSY1LjVq4nxNUTzVzRs1ccYteIabDCo8S02Em2L5toHwWgxaChGjCgSKiH0NtJ6pSb4cp/f9/w4+8zO3c3M7OzkzM58BpYkmzNnZj7f757PnnNm91wmbBCAAAQgAAEIOCNwmR754YcfvvjEE084OwkODAEIQAACEMgjgYsXL/6PEfH29vbFF73oRXlkwDVDAAIQgAAEnBH4wx/+IIjYGX4ODAEIQAACeSeAiPOeAVw/BCAAAQg4JYCIneLn4BCAAAQgkHcCiDjvGcD1QwACEICAUwKI2Cl+Dg4BCEAAAnkngIjzngFcPwQgAAEIOCWAiJ3i5+AQgAAEIJB3Aog47xnA9UMAAhCAgFMCiNgpfg4OAQhAAAJ5J4CI854BXD8EIAABCDglgIid4ufgEIAABCCQdwKIOO8ZwPVDAAIQgIBTAojYKX4ODgEIQAACeSeAiPOeAVw/BCAAAQg4JYCIneLn4BCAAAQgkHcCiDjvGcD1QwACEICAUwKI2Cl+Dt5uBB566CEpl8vmtJ/1rGfJ2972Nnn5y18ul11mlvWuu/3yl7+U7373u/LXv/5VDg8PTZlnPOMZUigUpFgsyjOf+czqfo8//rhMT0/LS17yEhkeHpZ//vOf8sUvflEuXLggH/rQh+Rf//qXfPOb35Sf//zn0tHRIa9//evlDW94gzzlKU8xddx9993yu9/9TqampqSrq8scb25uTv7zn//I+9//frn88surz2n5sbExeeCBB2RxcVGe9KQnyenTp2VkZESuvPJKU5//fHZ3d+WTn/yknDlzRm655RbRBuRrX/ua/PnPfzY8hoaG5KUvfemRPNot5pwvBJImgIiTJkz9mSKws7NjRPT3v//dXNcVV1whk5OT8vznP7/hdd5///1GdPU2lfCHP/xhed7znldXfPrkr371KyNYFaQKXc/Bu918883ylre8xcivkYitdFXeVq4veMEL5F3vepf85Cc/qTm/V7/61eZ5lbtfxP/+97/lq1/9qjz22GPymte8Rubn56tvLvQYWv9HPvIRufrqqzMVdy4GAkkSQMRJ0qXuzBJQIWlPUsV3xx13yLXXXnukiO+55x4j7FOnTsnFixflb3/7m/zwhz+U++67z+x7++23mx6pX3xaqZa98847zU99A6A9Ze1Naw/7s5/9rOklf+xjHzO92HvvvVd++tOfVnvEfunqMR599FH5xCc+YXq/Wpfd9vf35Qtf+II5hu1R1zsf7XF/7nOfM+LXY773ve+V5zznOfLrX//a9N71et7xjnfQK85s9nNhrSaAiFtNlPpyQ0B7pjMzM2aItq+vL7SIbcEnnnhCPvOZz8hTn/rU6rBxPfFp+dXVVVlaWpJbb71V3vjGN1Ylt7a2Jt/5zneMiFXy2vv2Sr+edI86b31jocPvH//4x+Wqq66q+8bgH//4h3kDoMPRExMT8sIXvtBckg6Dq8j1jYEdBs9NMnChEIhBABHHgMeu+SYQV8R2/vaRRx45sgeqlH/zm98YyWmv2opPn7dz1ipE7eF6RazD5t/61rfkwQcflHe/+92iQ87efer15FXEWt723uu9MdAevQ5P63yxzlvrcezmHxrPd4Zw9RAIRwARh+NEKQhUCegQsfZO9SYsleng4GBTPeJ6Im6EWY+nQ8If/ehH5elPf3q1mF/Ev/3tb83NZHpzlm46Z6s9aH3osLRuKmvtRfulrv8LI2Idutahcr2h7Lbbbqs5ZUTMCwUC0Qkg4ujM2CPHBPTu5U996lPypz/9qUrhzW9+sxmebrT5h4ttubAitkPYJ06cMDdRWaF6e7e2R2yHop/73Oeac9K5W3tHtZbXeeVPf/rTNfPK3vMOI+I//vGPZki+VCrJK1/5SkSc49cDl94aAoi4NRypJScEVKpf//rXzV3KOtSrUj558qS85z3vqRGeF0dcEe/t7Zk7tW+66SZ53eteV0Pa3yPWm8i093zu3Dl505veJK997WvNR6X0+e3tbfNRo4cffli8d1pHFfHPfvYzw8DOS/v39358KidpwWVCIBYBRBwLHzvniYC9e1nnRD/wgQ/Ik5/8ZPnSl74kf/nLX6p3LdfjcdTHl7S8itzepVxvf52z1c8C68ecXvayl5nhY71Jy7vZHrHt9c7Oztb02r1lX/GKV5je7NOe9jTztL++zs7OhnPEKvSvfOUror1iPWe9c1o/96zzxXYLup485QzXCoEwBBBxGEqUgcD/I6Cf51UhvvOd75TrrrvOMNGPC33ve9+rO99qocUVsfZwtReqPVAdag4SsR734OBAfvSjH5n9zp8/b4az9bPKN9xwg+nJe4ero4jYzg/rl4W8733vM8dBxLw8IBCPACKOx4+9IQABCEAAArEIIOJY+NgZAhCAAAQgEI8AIo7Hj70hAAEIQAACsQgg4lj42BkCEIAABCAQjwAijsePvSEAAQhAAAKxCCDiWPjYGQIQgAAEIBCPACKOx4+9IQABCEAAArEIIOJY+NgZAhCAAAQgEI8AIo7Hj70hAAEIQAACsQgg4lj42BkCEIAABCAQjwAijsePvSEAAQhAAAKxCCDiWPjYGQIQgAAEIBCPACKOx4+9IQABCEAAArEIIOJY+NgZAhCAAAQgEI8AIo7Hj70hAAEIQAACsQgg4lj42BkCEIAABNqVwM7OjszMzMjZs2fl9OnT1cvwrtE9ODgofX195n/1nn/ooYekXC5LZ2enWZf81KlTcnh4KN/4xjekv79fdO3uoA0RBxHi/xCAAAQgkDkC999/v6hEr7jiCrn22murItbn9H9jY2NycHAgs7OzMjQ0JI8//njd59fX16VQKJj/7+7uGmmrsHt7e2vkfhRARJy59OKCIAABCEAgLAG/NBv9vbGxUSNXW25ra6tGxCdPnhQtOzw8HPYUBBGHRkVBCEAAAhDIGoEwIla5am/X28vV/fR5fejQtP4cHR2VtbU1GRgYkI6OjtCoEHFoVBSEAAQgAIGsEQgSsQ5T6+YXsX3ezh9rmaWlJenp6ZGVlRXZ3NwU7/xy4kPT+/v7og82CEAAAhCAgAsC3d3doo+oW5CI7f8bDU3bm7x0blllbYem9UatSqUipVIp8IYtesRRo0Z5CEAAAhDIDAG/iL03a+3t7cnCwoKMj4+L3mFtb+LyPq93ReuNWsvLy2ZIent728wR6+9h75xGxJlJJy4EAhCAAATCElCpLi4uVotrT3Zqasr0Xr0fU5qYmKje/Vzvef2o0vz8vBSLxepHl+bm5o5/aDrshVMOAhCAAAQgAIFaAvSIyQgIQAACEICAQwKI2CF8Dg0BCEAAAhBAxOQABCAAAQhAwCEBROwQPoeGAAQgAAEIIGJyAAIQgAAEIOCQACJ2CJ9DQwACEIAABBAxOQABCEAAAhBwSAARO4TPoSEAAQhAAAKImByAAAQgAAEIOCSAiB3C59AQgAAEIAABREwOQAACEIAABBwSQMQO4XNoCEAAAhCAACImByAAAQhAIHcEdOnC6enp6hrCduUlBeFdZWlwcFD6+vpEl0csl8vS2dkpk5OT1ZWWwi51eBRgRJy79OOCIQABCOSbgC5dqEsVqmBPnz5t1hne3d2V4eFhI1y77vDBwYHMzs7K0NCQrK+vS6FQMGsPa1nd17+WcbNUEXGz5NgPAhCAAATakoDKtFKpSKlUMusP7+zsyMLCgoyPj8vy8rL09vbWrEGsf29tbdWIWNcv3tjYMPKOuyHiuATZHwIQgAAE2oqAv0fsFXM9Eat09aFD0/pzdHRU1tbWZGBgQDo6OmJfOyKOjZAKIAABCECg3QjYOV973ipYnSf2i1iHqXXToWi7LS0tSU9Pj6ysrMjm5qbYeeRmGbRExPv7+6IPNghAAAIQOB4CZyvnj+dADY5yV+mE0+P7D97d3S36aGbToenV1VUZGRkRvfmq3tC0ziXrpgLXOWI7NN3f318zzN3M8Vsi4mYOzD4QgAAEINA8gf/64M+b37kFe/7kv1/dglrcV2GHqVW09u5oe7PW3t5ede5Y55J1CFt7zDokvb29beaI9fe4d04jYvd5wBlAAAIQiEwAEUdGVrNDvY8o2QLe/01MTJgbt1TY8/PzUiwWqx9d0juvUz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4wVb1yCemZmRCxcumIrsKkv6e72VmXQd4nK5LJ2dnTI5OVldgSnuEoh6PEQcL5bsDQEIQMAJAUQcD7vKtre31yxxqFJeXV2VkZERs86wXY/44OBAZmdnZWhoSNbX16VQKJg1iXd3d83axd464pwNIo5Dj30hAAEIOCKAiOOB94tYRXvbbbddIldbbmtrq0bEJ0+elI2NDRkeHo53IvSIY/OjAghAAAJOCCDieNi1Zzs9PW16t9dcc42MjY1JR0dHXRGrdPWhQ9P6c3R0VNbW1mRgYMDsE3ejRxyXIPtDAAIQcEAAEceDrsPRn//85+Xmm28Wnee95ZZb6g436zC1bjoUbbelpSXp6emRlZUV2dzclMHBwZr/Rz2zloh4f39f9MEGAQhAAALHQ+Bs5fzxHKjBUe4qnXB6fP/Bu7u7RR9hNu0N27nfU6dOmXnfSqUipVJJlpeXq3PHWpd/Hlhv2tJetB2a7u/vr+7b1dUV5vCXlGmJiJs6MjtBAAIQgEDTBOgRN43OiNcrYu0dLywsyPj4uLlxy96stbe3V31eJav7qah1SFpv6tI5Yv097p3TiLj5WLInBCAAAWcEEHE89PbjSLaWRh9fss8fHh7K/Py8FIvF6keX5ubm0j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mw+2Lmc4PT1t1hW2m64vPDU1Jbrcoa5BvLa2Zv41ODgofX19Yldr6uzslMnJyeoKTHGXQNRjIOLmY8meEIAABJwRQMStQ6+S1bWFh4eHjXDtesQHBwfVdYvX19elUCiYNYlV4CpnFXZvb6+cPn061skg4lj42BkCEICAGwKIuHXcvUL1y9X+vbW1VSNi7UFbecc9E0QclyD7QwACEHBAABG3BvrOzo6srq7KyMiIdHR0XNLLVRGrdPVRLpfNz9HRUTN0PTAwYPaJuyHiuATZHwIQgIADAoi4NdB1GFo3HWrWzd8j9v9fyywtLUlPT4+srKzI5uZmdR652TNqiYj39/dFH2wQgAAEIHA8BM5Wzh/PgRoc5a7SCafH9x+8u7tb9BFl0/neSqUipVLJ3KRVT8R+Mescss4R26Hp/v7+S+qIcg5atiUijnpQykMAAhCAQDwC9Ijj8dO9tberUtWbtOzmvVlrb29PFhYWZHx83Ihaxb28vGyGpLe3t80csf4e985pRBw/ltQAAQhA4NgJIOJ4yA8PD2Vubs4MSfvvevZ+fGliYsL8X8vPz89LsVisfnRJ90/N0HQ8HOwNAQhAAAJRCSDiqMTSW54ecXpjw5lBAAIQaEgAEWcnORBxdmLJlUAAAjkigIizE2xEnJ1YciUQgECOCCDi7AQbEWcnllwJBCCQIwKIODvBRsTZiSVXAgEI5IgAIs5OsBFxdmLJlUAAAjkigIizE2xEnJ1YciUQgECOCCDi7AQbEWcnllwJBCCQIwKIODvBRsTZiSVXAgEI5IgAIs5OsBFxdmLJlUAAAjkigIizE2xEnJ1YciUQgECOCCDi7AQbEWcnllwJBCCQIwKIODvBRsTZiSVXAgEI5IgAIo4fbF0GcXFx0VR05syZ6nKI3tWXBgcHzQpNujxiuVyWzs5OmZycrK7AFHcJRD02Io4fS2qAAAQgcOwEEHE85N51hzs6OqqVeZ8/ODiQ2dlZGRoakvX1dSkUCmZNYl3DWOWswu7t7b1kGcWoZ4aIoxKjPAQgAIEUEEDE8YLQSKL+5+3fW1tbNSI+efKkbGxsVHvRcc4GEcehx74QgAAEHBFAxM2DPzw8lLm5Odnc3KxWYoeg64lYpasPHZrWn6Ojo7K2tiYDAwPi7U03e0aIuFly7AcBCEDAIQFE3Dx8FfH8/LwUi0Uz17uzsyMLCwsyPj4uy8vLNcPNOo+smw5F221paUl6enpkZWXFyNxKvNkzaomI9/f3RR9sEIAABCBwPATOVs4fz4EaHOWu0gmnx/cfvLu7W/QRZvOL2Pv3uXPnakTs7yHrHLLOEduh6f7+fqlUKlIqlaSrqyvM4S8p0xIRN3VkdoIABCAAgaYJ0CNuGp3ZUQWrMrV3RGvPd2xsTLa3t8X+vre3V+0pq2T1Ri3tMeuQtJbTOWL9Pe6d04g4XizZGwIQgIATAog4HnaV6vT0tOndej+SZCWtc8C6TUxMmLui6/Wi7TxzKoam4+FgbwhAAAIQiEoAEUcllt7y9IjTGxvODAIQgEBDAog4O8mBiLMTS64EAhDIEQFEnJ1gI+LsxJIrgQAEckQAEWcn2Ig4O7HkSiAAgRwRQMTZCTYizk4suRIIQCBHBBBxdoKNiLMTS64EAhDIEQFEnJ1gI+LsxJIrgQAEckQAEWcn2Ig4O7HkSiAAgRwRQMTZCTYizk4suRIIQCBHBBBxdoKNiLMTS64EAhDIEQFEnJ1gI+LsxJIrgQAEckQAEWcn2Ig4O7HkSiAAgRwRQMTZCTYizk4suRIIQCBHBBBxvGDrUoeLi4vVSuwqS/qELpFoV1+yKyvpOsTlcrlmpSZdkSnuEoh6PEQcL5bsDQEIQMAJAUQcD7uKWDddj9i7qXDtesQHBwcyOzsrQ0NDsr6+LoVCwaxJrEsn6n4q7N7eXrNMYpwNEcehx74QgAAEHBFAxPHANxKxX672762trRoRnzx5UjY2NmR4eDjeidAjjs2PCiAAAQg4IYCI42H3Dk2rVKempqSrq+uSXq6KWP+vDx2a1p+jo6Nm6HpgYEA6OjrinQgijs2PCiAAAQg4IYCIW4ddpaxD0mNjY2bO1zvcXK/nvLS0JD09PbKysiKbm5ti55GbPaOWDE3v7++LPtKyna2cd3oqd5VOOD0+B4cABLJPgHauNsbd3d2ij2a2nZ0dWV1dlZGRkUtE7B+qVmHrHLEdmu7v75dKpSKlUsn0qJvZWiLiZg6c5D68U0ySLnVDAAJpIEA717ooaK9X5arzvd6btfb29mRhYUHGx8eNZPVGreXlZTMkvb29beaI9fe4d04j4tbFslrTT/771QnUSpUQgAAE/o8AIm4+G1So09PTRr66XXPNNWZY2s73ej++ZD/WpB9Vmp+fl2KxKKdOnRL9e25uLj1D083jSGZPEjQZrtQKAQikhwDtXHpiEfdM6BHHJVhnf3rECUClSghAoIYAIs5OQiDiBGKJiBOASpUQgAAizmgOIOIEAouIE4BKlRCAACLOaA4g4gQCi4gTgEqVEIAAIs5oDiDiBAKLiBOASpUQgAAizmgOIOIEAouIE4BKlRCAACLOaA4g4gQCi4gTgEqVEIAAIs5oDiDiBAKLiBOASpUQgAAizmgOIOIEAouIE4BKlRCAACLOaA4g4gQCi4gTgEqVEIAAIs5oDiDiBAKLiBOASpUQgAAizmgOIOIEAouIE4BKlRCAACLOaA4g4gQCi4gTgEqVEIAAIk4gB3QJxHvuuUcmJyfNqkq6eVdfGhwclL6+PrM8Yrlcls7OzmpZXYEp7hKIejxEnEBgEXECUKkSAhBAxC3OgZ2dHfn2t79tar311luNiL3rER8cHMjs7KwMDQ3J+vq6FAoFsyaxLp+oclZh9/b2yunTp2OdGSKOha/+zog4AahUCQEIIOIW5oBdX/jGG2+UH//4x9V1hv1ytX9vbW3ViPjkyZOysbEhw8PDsc8KEcdGeGkFiDgBqFQJAQgg4hbmgPZ8tWd7/fXXy/z8/JEiVunqQ4em9efo6Kisra3JwMCAdHR0xD4rRBwbISJOACFVQgACAQRYj7j5FNHh5UqlIqVSSS6//PIjRaxzyLrpULTdlpaWpKenR1ZWVmRzc1PsPHKzZ9QSEe/v74s+0rKdrZx3eip3lU44PX7aD+46PsqHGKU9Szi/IAKuX0dpew11d3eLPsJsOjc8MzMjFy5cqBa3N2GdO3euZt7XP1Rte9J2aLq/v78q9a6urjCHv6RMS0Tc1JET3Il3ignCbUHVruOjl8D0QQsCSRVOCbh+HWXlNWTniovF4iU3a+3t7cnCwoKMj4+LSlZ70svLy2ZIent728wR6+9x75xGxAm8lLKSoAmgMVW6bkAQcVKRpd7jJOD6dZSVds4vYo2h9+NLExMT5q5ofzn9e25uLj1D08eZfGGORYKGoeSujOv4IGJ3sefIrSPg+nWUFRG3LiLN10SPuHl2DfckQY+G6roBQcQJJD1VHjsB168j2rnWhRwRt45ltSYSFBEnkFZUCYEaAog4OwmBiBOIJSJGxAmkFVVCABFnNAcQcQKBRcSIOIG0okoIIOKM5gAiTiCwiBgRJ5BWVAkBRJzRHEDECQQWESPiBNKKKiGAiDOaA4g4gcAiYkScQFpRJQQQcUZzABEnEFhEjIgTSCuqhAAizmgOIOIEAouIEXECaUWVEEDEGc0BRJxAYBExIk4gragSAog4ozmAiBMILCJGxAmkFVVCABFnNAcQcQKBRcSIOIG0OtYqXX9rk14sr6N0v46IT+tekoi4dSyrNZGg6W5AaOSDkx4RBzNyXcJ1jNq9nfOuSaxrC09NTZmlDnXzrr40ODgofX19ousQl8tlsesWnzp1yqzIFHcJRD0eIk7g1dTuCZoAklQNqSHi4Ai7buSJUfpj1O7t3A9+8AO57rrrjHzvv/9+A9wKV/8eGxuTg4MDmZ2dlaGhIVlfX5dCoWDWJN7d3TVlVdi9vb1mmcQ4GyKOQ6/Bvu2eoAkgQcRJQ21x/Yi4xUATqM51jLLUznmF6per/Xtra6tGxNqL3tjYkOHh4djRRcSxEV5aQZYSNAE84roBobcVHFViFMzIdQnXMWr3ds47NH3mzJmqUOuJWKWrDx2a1p+jo6OytrYmAwMD0tHRETsVEHFshIg4KkLXDQgiDo4YMQpm5LqE6xi1u4i98dOhaB1u1t6tX8TeYWu7z9LSkvT09MjKyopsbm6KnUduNidaIuL9/X3RR1q2s5XzTk/lrtIJp8dP+8Fdx0f5EKOjs4QYpf1VJOI6Rml7DXV3d4s+mtm0d7y6uiojIyPm5ivvvK9fzHrTlkrbDk339/dLpVKRUqlUvdkr6jm0RMRRD5p0ed4pJk04Xv2u40OPODh+xCiYkesSrmPUzj1ivdv5vvvuk5tuuskMLXt7xCpae7PW3t6eLCwsyPj4uJGs3qi1vLxshqS3t7fNHLH+HvfOaUScwKupnRM0ARyXVOm6AUHEwVEmRsGMXJdwHaN2b+dUtouLiyaMR318aWJiwtwVrfKen5+XYrEo9qNLc3Nz6Rmadp2Q/uOToGmLSO35uI4PIg7OD2IUzMh1CdcxancRu46f9/j0iBOIBgl6NFTXDQgiDk56YhTMyHUJ1zGinWtdBiDi1rGs1kSCIuIE0upYq3TdyPNmKTjc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lG7t3O6BvHMzIxcuHDhyNWXBgcHpa+vT3R5xHK5LJ2dnTI5OVldgSnuEogaaUQcnO+RS7R7gka+4Ig7uG5AaOSDA0aMghm5LuE6Ru3ezi0tLUmhUDBCvfvuu42MrXDtesQHBwcyOzsrQ0NDsr6+bsrrmsS7u7umrO7X29trlkmMsyHiOPQa7NvuCZoAkpoqXTcgiDg4wsQomJHrEq5jlKV2TsWrch0eHr5Erla2W1tbNSJWcW9sbJh94m6IOC7BOvtnKUETwCOuGxBEHBxVYhTMyHUJ1zHKUjvn7dn6e7m2t6zi1aFp/Tk6Oipra2syMDAgHR0dsVMBEcdGeGkFWUrQBPAg4iSgtrhO1408b5aCA+o6Rllp53Tu19uz9YtYe8u66VC03XRYu6enR1ZWVmRzc1PsPHJw1Ope/pNcAAANnElEQVSXaImI9/f3RR9p2c5Wzjs9lbtKJ5weP+0Hdx0f5UOMjs4SYpT2V5GI6xil7TXU3d0t+oiy6Q1bCwsLMj4+Ll1dXWbXej1i7zywiluHse3QdH9/v1QqFSmVStU6opyDlm2JiKMeNOnyvFNMmnC8+l3Hh95WcPyIUTAj1yVcx6jde8Qq1MXFRZmamqoRqD5vb9ba29urEbXeqLW8vGyGpLe3t01PWn+Pe+c0Ik7g1dTuCZoAkpoqXTcgiDg4wsQomJHrEq5j1M7t3OHhoczNzZlhZbtpD9dKWXvFOges28TEhLkrWveZn5+XYrFY/eiSrSMVQ9OuE9J/fBI0bRGpPR/X8UHEwflBjIIZuS7hOkbtLGLXsfMfnx5xAhEh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ykI7p+sRz8zMyNmzZ80KS3bzrr5kV1bS5RHL5bJ0dnbK5ORkdQWmuEsg6jERcXC+Ry6RhQSNfNERdnDdgNDIBweLGAUzcl3CdYzavZ3TNYdVrldccYVce+21VRF71yM+ODiQ2dlZGRoakvX1dSkUCqJrEu/u7kpfX5+osHt7e2sk3kxeIOJmqAXs0+4JmgCSmipdNyCIODjCxCiYkesSrmOUlXbOL9NGf29tbdWIWNcv3tjYkOHh4dipgIhjI7y0gqwkaAJoTJWuGxBEHBxZYhTMyHUJ1zHKSjsXRsQqXX3o0LT+HB0dlbW1NRkYGJCOjo7YqYCIYyNExFERum5AEHFwxIhRMCPXJVzHKC8i1iFs3XQo2m5LS0vS09MjKysrsrm5KXYeudmcaImI9/f3RR9p2c5Wzjs9lbtKJ5weP+0Hdx0f5UOMjs4SYpT2V5GI6xil7TXU3d0t+oi6hekRe+eBdQ5Z54jt0HR/f79UKhUplUrS1dUV9fCmfEtE3NSRE9yJd4oJwm1B1a7jQ484OIjEKJiR6xKuY5TVHrH3Zq29vT1ZWFiQ8fFxI1m9UWt5edkMSW9vb5s5Yv097p3TiDiBV1NWEjQBNKZK1w0IIg6OLDEKZuS6hOsYtXs7p0POi4uL1TBqD3dqasoI1/vxpYmJCXNX9OHhoczPz0uxWKx+dGlubi49Q9OuE9J/fBI0bRGpPR/X8UHEwflBjIIZuS7hOkbtLmLX8fMenx5xAtEg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avd2Tpc0nJ6eNmsLd3Z2yuTkpFlVSZdBLJfLNc/pyktxlzo8KqKIODjfI5do9wSNfMERd3DdgNDIBweMGAUzcl3CdYzavZ3TpQ516cO+vj4jX10WcWxsTL7//e9LoVAwaw+rpPX/Wra3t9csh5jEhogToNruCZoAkpoqXTcgiDg4wsQomJHrEq5j1M7tnEq2UqlIqVQy6w97/7733ntrRKyy3tjYkOHh4cRCjogTQNvOCZoAjkuqdN2AIOLgKBOjYEauS7iOUTu3c/VEPDs7K0NDQ0bKOjStAh4dHZW1tTUZGBiQjo6OxEKOiBNA284JmgAORHwcUFt8DNeNPG+WggPqOkbt3M75RaxzwPPz81IsFs08sd2Wlpakp6dHVlZWZHNzUwYHB81Qdau3loh4f39f9MEGAQhAAAIQcEGgu7tb9BFmO2poWoeqddN5Y50jtkPT/f39NcPZYY4TtkxLRBz2YJSDAAQgAAEIpIGA92YtvVFLpWvngVXUy8vLZkh6e3vbzBHr70ndOY2I05ARnAMEIAABCBwrAe/Hl7TXOzU1ZW7c8g9T699zc3PpH5o+VnocDAIQgAAEIJAhAvSIMxRMLgUCEIAABNqPACJuv5hxxhCAAAQgkCECiDhDweRSIAABCECg/Qgg4vaLGWcMAQhAAAIZIoCIMxRMLgUCEIAABNqPACJuv5hxxhCAAAQgkCECiDhDweRSIAABCECg/Qgg4vaLGWcMAQhAAAIZIpAbEdtvR7nqqquqX2Nmv+JM47m4uFgNq/eLvW2Zq6++WmZmZuTChQum3MTERGJrU7ZLfu3s7NQw0fO231CjXw9n1/rU55WjrmKiWz2+119/fc2Xrmvdq6urMjIyIg888EA1Pt5vwPFz0mM8+uijZk1RXSnFfm3dDTfcUHOe11xzjSmjm/3GHP39zJkz1dzQ75nVr7Xz7pvUF76nKd7ebxHyM/HG0C6kfu7cueo6rf7v77XX5c8T7yLs9nj6Rfr6Zft2oXYboyRXvEkT91aeizdOtl5vbnu/2tFf1l+u3uspyeUAW8mhnerKjYg1KPYrzbRB1QWe7WLP+h2j9ntGbcOg/7cLQnuFovV4G4+kFopupySy5+ptiL0i9n6Pq5+dv1Gwi297F+r2NsZal/7PytbLyR87LaubvolaWFiQ8fFx8xV2jerwn6euxvLII4/I7bffLldeeaXYZdK8q7O0Y5yinLP/O3j97Cxjfa2ocL2cvSL2Pu8td/nll5s3Q7q/97V0VJyjnH9ey9o3kirNo9o07+tPWXn/bvR6SmL1obzGyV53rkRsE0sbV11nUpPOrj/pXfjZ21D4e3YWnDfR855ER4nY39PVsl52/i9e1//rC72RiBv1uuw5aH0PPvigfPCDHzRLl9melncR8EZvpPx1+yVk37jl6c2Xl0k9aXpjGVbEXv4vfvGL64q40bJ0vNbCEfC3T41ec34R+1939V5Pecr/cLTjl8qViBsNw9iesuLUL/7WzTbcR4lYG+p6PbP4YWmPGo4Sl32Bv+pVr7qkJ9lIst7GotEbHT1mo56pxsM7xeAd3rSxt1MK9aTqr1vr09EQ2/DkVcSW97Of/exLpOmdQtjb26tOJ3hHMfyCDiNi2zuzIyTt8YpIz1m2QsTeKSG9MqYLkotvbkTsffHr8KTO9549e7buPK+3cdFlr/xD07ZXh4gfr75heeyxx2qGJa2Ig3rE3tT2zwvb3rG3zFEi9spf5xp1vqveMFqj3pa/bl0UvFAoVBcKz7uIdUjez8D7Zkzj5x1ZsnFrRsT0iOM1+q0QsW379M30Ua+neGfK3kogNyKu19upN9doe8e2EfcP3di0adSry1NaHdUIN1rr86j5dVvfW9/61uq0gX8+tpGI/fVqfLR3bJc288bFf1OX/Z+3bp0T9g5n57WH5uftfz1YYd54443VqQD/0GUzImaOOF5LElfEd9xxh3z5y1+uzt0f9XqKd6bsnTsR15sn1LuodfirXC5XM6LeXb3+nhUi/v83v1mmv/jFL2oW1q53E0i9u6a9L8NG637WuwvUe+et1lGvB2WFq/cB3Hnnneb8jhpi80pHy+ld229/+9vNNW5ubpp983a3fJCI7RsUja33jlv/SIf3Zq1GQ9PcNR1fSt41dr3tWNQ5YhWxvpEtFos1I0Leu6jjny01WAK56RET8tYTCLpxKsoR7fxuHj4iFIVLmstq465vYBsJOM3nzrlBIE0EEHGaotFm59JKEbfZpXO6EIAABFpGABG3DCUVQQACEIAABKITQMTRmbEHBCAAAQhAoGUEEHHLUFIRBCAAAQhAIDoBRBydGXtAAAIQgAAEWkYAEbcMJRVBAAIQgAAEohNAxNGZsQcEIAABCECgZQQQcctQUhEEIAABCEAgOgFEHJ0Ze0AAAhCAAARaRgARtwwlFUEAAhCAAASiE6iK+Pe///0Dl1122XXRq2APCEAAAhCAAASaJXDx4sX/+V/cY7wa/ej6vAAAAABJRU5ErkJggg=="/>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7" name="AutoShape 4" descr="data:image/png;base64,iVBORw0KGgoAAAANSUhEUgAAAeIAAAEiCAYAAAAlAdEXAAAAAXNSR0IArs4c6QAAIABJREFUeF7tnX1oLFfd+L/Fl9RiTCW9KBfxiopSwUs1QXGV2tL7lFRdSw1aSzSY1LjVq4nxNUTzVzRs1ccYteIabDCo8S02Em2L5toHwWgxaChGjCgSKiH0NtJ6pSb4cp/f9/w4+8zO3c3M7OzkzM58BpYkmzNnZj7f757PnnNm91wmbBCAAAQgAAEIOCNwmR754YcfvvjEE084OwkODAEIQAACEMgjgYsXL/6PEfH29vbFF73oRXlkwDVDAAIQgAAEnBH4wx/+IIjYGX4ODAEIQAACeSeAiPOeAVw/BCAAAQg4JYCIneLn4BCAAAQgkHcCiDjvGcD1QwACEICAUwKI2Cl+Dg4BCEAAAnkngIjzngFcPwQgAAEIOCWAiJ3i5+AQgAAEIJB3Aog47xnA9UMAAhCAgFMCiNgpfg4OAQhAAAJ5J4CI854BXD8EIAABCDglgIid4ufgEIAABCCQdwKIOO8ZwPVDAAIQgIBTAojYKX4ODgEIQAACeSeAiPOeAVw/BCAAAQg4JYCIneLn4BCAAAQgkHcCiDjvGcD1QwACEICAUwKI2Cl+Dt5uBB566CEpl8vmtJ/1rGfJ2972Nnn5y18ul11mlvWuu/3yl7+U7373u/LXv/5VDg8PTZlnPOMZUigUpFgsyjOf+czqfo8//rhMT0/LS17yEhkeHpZ//vOf8sUvflEuXLggH/rQh+Rf//qXfPOb35Sf//zn0tHRIa9//evlDW94gzzlKU8xddx9993yu9/9TqampqSrq8scb25uTv7zn//I+9//frn88surz2n5sbExeeCBB2RxcVGe9KQnyenTp2VkZESuvPJKU5//fHZ3d+WTn/yknDlzRm655RbRBuRrX/ua/PnPfzY8hoaG5KUvfemRPNot5pwvBJImgIiTJkz9mSKws7NjRPT3v//dXNcVV1whk5OT8vznP7/hdd5///1GdPU2lfCHP/xhed7znldXfPrkr371KyNYFaQKXc/Bu918883ylre8xcivkYitdFXeVq4veMEL5F3vepf85Cc/qTm/V7/61eZ5lbtfxP/+97/lq1/9qjz22GPymte8Rubn56tvLvQYWv9HPvIRufrqqzMVdy4GAkkSQMRJ0qXuzBJQIWlPUsV3xx13yLXXXnukiO+55x4j7FOnTsnFixflb3/7m/zwhz+U++67z+x7++23mx6pX3xaqZa98847zU99A6A9Ze1Naw/7s5/9rOklf+xjHzO92HvvvVd++tOfVnvEfunqMR599FH5xCc+YXq/Wpfd9vf35Qtf+II5hu1R1zsf7XF/7nOfM+LXY773ve+V5zznOfLrX//a9N71et7xjnfQK85s9nNhrSaAiFtNlPpyQ0B7pjMzM2aItq+vL7SIbcEnnnhCPvOZz8hTn/rU6rBxPfFp+dXVVVlaWpJbb71V3vjGN1Ylt7a2Jt/5zneMiFXy2vv2Sr+edI86b31jocPvH//4x+Wqq66q+8bgH//4h3kDoMPRExMT8sIXvtBckg6Dq8j1jYEdBs9NMnChEIhBABHHgMeu+SYQV8R2/vaRRx45sgeqlH/zm98YyWmv2opPn7dz1ipE7eF6RazD5t/61rfkwQcflHe/+92iQ87efer15FXEWt723uu9MdAevQ5P63yxzlvrcezmHxrPd4Zw9RAIRwARh+NEKQhUCegQsfZO9SYsleng4GBTPeJ6Im6EWY+nQ8If/ehH5elPf3q1mF/Ev/3tb83NZHpzlm46Z6s9aH3osLRuKmvtRfulrv8LI2Idutahcr2h7Lbbbqs5ZUTMCwUC0Qkg4ujM2CPHBPTu5U996lPypz/9qUrhzW9+sxmebrT5h4ttubAitkPYJ06cMDdRWaF6e7e2R2yHop/73Oeac9K5W3tHtZbXeeVPf/rTNfPK3vMOI+I//vGPZki+VCrJK1/5SkSc49cDl94aAoi4NRypJScEVKpf//rXzV3KOtSrUj558qS85z3vqRGeF0dcEe/t7Zk7tW+66SZ53eteV0Pa3yPWm8i093zu3Dl505veJK997WvNR6X0+e3tbfNRo4cffli8d1pHFfHPfvYzw8DOS/v39358KidpwWVCIBYBRBwLHzvniYC9e1nnRD/wgQ/Ik5/8ZPnSl74kf/nLX6p3LdfjcdTHl7S8itzepVxvf52z1c8C68ecXvayl5nhY71Jy7vZHrHt9c7Oztb02r1lX/GKV5je7NOe9jTztL++zs7OhnPEKvSvfOUror1iPWe9c1o/96zzxXYLup485QzXCoEwBBBxGEqUgcD/I6Cf51UhvvOd75TrrrvOMNGPC33ve9+rO99qocUVsfZwtReqPVAdag4SsR734OBAfvSjH5n9zp8/b4az9bPKN9xwg+nJe4ero4jYzg/rl4W8733vM8dBxLw8IBCPACKOx4+9IQABCEAAArEIIOJY+NgZAhCAAAQgEI8AIo7Hj70hAAEIQAACsQgg4lj42BkCEIAABCAQjwAijsePvSEAAQhAAAKxCCDiWPjYGQIQgAAEIBCPACKOx4+9IQABCEAAArEIIOJY+NgZAhCAAAQgEI8AIo7Hj70hAAEIQAACsQgg4lj42BkCEIAABCAQjwAijsePvSEAAQhAAAKxCCDiWPjYGQIQgAAEIBCPACKOx4+9IQABCEAAArEIIOJY+NgZAhCAAAQgEI8AIo7Hj70hAAEIQAACsQgg4lj42BkCEIAABNqVwM7OjszMzMjZs2fl9OnT1cvwrtE9ODgofX195n/1nn/ooYekXC5LZ2enWZf81KlTcnh4KN/4xjekv79fdO3uoA0RBxHi/xCAAAQgkDkC999/v6hEr7jiCrn22murItbn9H9jY2NycHAgs7OzMjQ0JI8//njd59fX16VQKJj/7+7uGmmrsHt7e2vkfhRARJy59OKCIAABCEAgLAG/NBv9vbGxUSNXW25ra6tGxCdPnhQtOzw8HPYUBBGHRkVBCEAAAhDIGoEwIla5am/X28vV/fR5fejQtP4cHR2VtbU1GRgYkI6OjtCoEHFoVBSEAAQgAIGsEQgSsQ5T6+YXsX3ezh9rmaWlJenp6ZGVlRXZ3NwU7/xy4kPT+/v7og82CEAAAhCAgAsC3d3doo+oW5CI7f8bDU3bm7x0blllbYem9UatSqUipVIp8IYtesRRo0Z5CEAAAhDIDAG/iL03a+3t7cnCwoKMj4+L3mFtb+LyPq93ReuNWsvLy2ZIent728wR6+9h75xGxJlJJy4EAhCAAATCElCpLi4uVotrT3Zqasr0Xr0fU5qYmKje/Vzvef2o0vz8vBSLxepHl+bm5o5/aDrshVMOAhCAAAQgAIFaAvSIyQgIQAACEICAQwKI2CF8Dg0BCEAAAhBAxOQABCAAAQhAwCEBROwQPoeGAAQgAAEIIGJyAAIQgAAEIOCQACJ2CJ9DQwACEIAABBAxOQABCEAAAhBwSAARO4TPoSEAAQhAAAKImByAAAQgAAEIOCSAiB3C59AQgAAEIAABREwOQAACEIAABBwSQMQO4XNoCEAAAhCAACImByAAAQhAIHcEdOnC6enp6hrCduUlBeFdZWlwcFD6+vpEl0csl8vS2dkpk5OT1ZWWwi51eBRgRJy79OOCIQABCOSbgC5dqEsVqmBPnz5t1hne3d2V4eFhI1y77vDBwYHMzs7K0NCQrK+vS6FQMGsPa1nd17+WcbNUEXGz5NgPAhCAAATakoDKtFKpSKlUMusP7+zsyMLCgoyPj8vy8rL09vbWrEGsf29tbdWIWNcv3tjYMPKOuyHiuATZHwIQgAAE2oqAv0fsFXM9Eat09aFD0/pzdHRU1tbWZGBgQDo6OmJfOyKOjZAKIAABCECg3QjYOV973ipYnSf2i1iHqXXToWi7LS0tSU9Pj6ysrMjm5qbYeeRmGbRExPv7+6IPNghAAAIQOB4CZyvnj+dADY5yV+mE0+P7D97d3S36aGbToenV1VUZGRkRvfmq3tC0ziXrpgLXOWI7NN3f318zzN3M8Vsi4mYOzD4QgAAEINA8gf/64M+b37kFe/7kv1/dglrcV2GHqVW09u5oe7PW3t5ede5Y55J1CFt7zDokvb29beaI9fe4d04jYvd5wBlAAAIQiEwAEUdGVrNDvY8o2QLe/01MTJgbt1TY8/PzUiwWqx9d0juvUz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4wVb1yCemZmRCxcumIrsKkv6e72VmXQd4nK5LJ2dnTI5OVldgSnuEoh6PEQcL5bsDQEIQMAJAUQcD7vKtre31yxxqFJeXV2VkZERs86wXY/44OBAZmdnZWhoSNbX16VQKJg1iXd3d83axd464pwNIo5Dj30hAAEIOCKAiOOB94tYRXvbbbddIldbbmtrq0bEJ0+elI2NDRkeHo53IvSIY/OjAghAAAJOCCDieNi1Zzs9PW16t9dcc42MjY1JR0dHXRGrdPWhQ9P6c3R0VNbW1mRgYMDsE3ejRxyXIPtDAAIQcEAAEceDrsPRn//85+Xmm28Wnee95ZZb6g436zC1bjoUbbelpSXp6emRlZUV2dzclMHBwZr/Rz2zloh4f39f9MEGAQhAAALHQ+Bs5fzxHKjBUe4qnXB6fP/Bu7u7RR9hNu0N27nfU6dOmXnfSqUipVJJlpeXq3PHWpd/Hlhv2tJetB2a7u/vr+7b1dUV5vCXlGmJiJs6MjtBAAIQgEDTBOgRN43OiNcrYu0dLywsyPj4uLlxy96stbe3V31eJav7qah1SFpv6tI5Yv097p3TiLj5WLInBCAAAWcEEHE89PbjSLaWRh9fss8fHh7K/Py8FIvF6keX5ubm0j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mw+2Lmc4PT1t1hW2m64vPDU1Jbrcoa5BvLa2Zv41ODgofX19Yldr6uzslMnJyeoKTHGXQNRjIOLmY8meEIAABJwRQMStQ6+S1bWFh4eHjXDtesQHBwfVdYvX19elUCiYNYlV4CpnFXZvb6+cPn061skg4lj42BkCEICAGwKIuHXcvUL1y9X+vbW1VSNi7UFbecc9E0QclyD7QwACEHBAABG3BvrOzo6srq7KyMiIdHR0XNLLVRGrdPVRLpfNz9HRUTN0PTAwYPaJuyHiuATZHwIQgIADAoi4NdB1GFo3HWrWzd8j9v9fyywtLUlPT4+srKzI5uZmdR652TNqiYj39/dFH2wQgAAEIHA8BM5Wzh/PgRoc5a7SCafH9x+8u7tb9BFl0/neSqUipVLJ3KRVT8R+Mescss4R26Hp/v7+S+qIcg5atiUijnpQykMAAhCAQDwC9Ijj8dO9tberUtWbtOzmvVlrb29PFhYWZHx83Ihaxb28vGyGpLe3t80csf4e985pRBw/ltQAAQhA4NgJIOJ4yA8PD2Vubs4MSfvvevZ+fGliYsL8X8vPz89LsVisfnRJ90/N0HQ8HOwNAQhAAAJRCSDiqMTSW54ecXpjw5lBAAIQaEgAEWcnORBxdmLJlUAAAjkigIizE2xEnJ1YciUQgECOCCDi7AQbEWcnllwJBCCQIwKIODvBRsTZiSVXAgEI5IgAIs5OsBFxdmLJlUAAAjkigIizE2xEnJ1YciUQgECOCCDi7AQbEWcnllwJBCCQIwKIODvBRsTZiSVXAgEI5IgAIs5OsBFxdmLJlUAAAjkigIizE2xEnJ1YciUQgECOCCDi7AQbEWcnllwJBCCQIwKIODvBRsTZiSVXAgEI5IgAIo4fbF0GcXFx0VR05syZ6nKI3tWXBgcHzQpNujxiuVyWzs5OmZycrK7AFHcJRD02Io4fS2qAAAQgcOwEEHE85N51hzs6OqqVeZ8/ODiQ2dlZGRoakvX1dSkUCmZNYl3DWOWswu7t7b1kGcWoZ4aIoxKjPAQgAIEUEEDE8YLQSKL+5+3fW1tbNSI+efKkbGxsVHvRcc4GEcehx74QgAAEHBFAxM2DPzw8lLm5Odnc3KxWYoeg64lYpasPHZrWn6Ojo7K2tiYDAwPi7U03e0aIuFly7AcBCEDAIQFE3Dx8FfH8/LwUi0Uz17uzsyMLCwsyPj4uy8vLNcPNOo+smw5F221paUl6enpkZWXFyNxKvNkzaomI9/f3RR9sEIAABCBwPATOVs4fz4EaHOWu0gmnx/cfvLu7W/QRZvOL2Pv3uXPnakTs7yHrHLLOEduh6f7+fqlUKlIqlaSrqyvM4S8p0xIRN3VkdoIABCAAgaYJ0CNuGp3ZUQWrMrV3RGvPd2xsTLa3t8X+vre3V+0pq2T1Ri3tMeuQtJbTOWL9Pe6d04g4XizZGwIQgIATAog4HnaV6vT0tOndej+SZCWtc8C6TUxMmLui6/Wi7TxzKoam4+FgbwhAAAIQiEoAEUcllt7y9IjTGxvODAIQgEBDAog4O8mBiLMTS64EAhDIEQFEnJ1gI+LsxJIrgQAEckQAEWcn2Ig4O7HkSiAAgRwRQMTZCTYizk4suRIIQCBHBBBxdoKNiLMTS64EAhDIEQFEnJ1gI+LsxJIrgQAEckQAEWcn2Ig4O7HkSiAAgRwRQMTZCTYizk4suRIIQCBHBBBxdoKNiLMTS64EAhDIEQFEnJ1gI+LsxJIrgQAEckQAEWcn2Ig4O7HkSiAAgRwRQMTZCTYizk4suRIIQCBHBBBxvGDrUoeLi4vVSuwqS/qELpFoV1+yKyvpOsTlcrlmpSZdkSnuEoh6PEQcL5bsDQEIQMAJAUQcD7uKWDddj9i7qXDtesQHBwcyOzsrQ0NDsr6+LoVCwaxJrEsn6n4q7N7eXrNMYpwNEcehx74QgAAEHBFAxPHANxKxX672762trRoRnzx5UjY2NmR4eDjeidAjjs2PCiAAAQg4IYCI42H3Dk2rVKempqSrq+uSXq6KWP+vDx2a1p+jo6Nm6HpgYEA6OjrinQgijs2PCiAAAQg4IYCIW4ddpaxD0mNjY2bO1zvcXK/nvLS0JD09PbKysiKbm5ti55GbPaOWDE3v7++LPtKyna2cd3oqd5VOOD0+B4cABLJPgHauNsbd3d2ij2a2nZ0dWV1dlZGRkUtE7B+qVmHrHLEdmu7v75dKpSKlUsn0qJvZWiLiZg6c5D68U0ySLnVDAAJpIEA717ooaK9X5arzvd6btfb29mRhYUHGx8eNZPVGreXlZTMkvb29beaI9fe4d04j4tbFslrTT/771QnUSpUQgAAE/o8AIm4+G1So09PTRr66XXPNNWZY2s73ej++ZD/WpB9Vmp+fl2KxKKdOnRL9e25uLj1D083jSGZPEjQZrtQKAQikhwDtXHpiEfdM6BHHJVhnf3rECUClSghAoIYAIs5OQiDiBGKJiBOASpUQgAAizmgOIOIEAouIE4BKlRCAACLOaA4g4gQCi4gTgEqVEIAAIs5oDiDiBAKLiBOASpUQgAAizmgOIOIEAouIE4BKlRCAACLOaA4g4gQCi4gTgEqVEIAAIs5oDiDiBAKLiBOASpUQgAAizmgOIOIEAouIE4BKlRCAACLOaA4g4gQCi4gTgEqVEIAAIs5oDiDiBAKLiBOASpUQgAAizmgOIOIEAouIE4BKlRCAACLOaA4g4gQCi4gTgEqVEIAAIk4gB3QJxHvuuUcmJyfNqkq6eVdfGhwclL6+PrM8Yrlcls7OzmpZXYEp7hKIejxEnEBgEXECUKkSAhBAxC3OgZ2dHfn2t79tar311luNiL3rER8cHMjs7KwMDQ3J+vq6FAoFsyaxLp+oclZh9/b2yunTp2OdGSKOha/+zog4AahUCQEIIOIW5oBdX/jGG2+UH//4x9V1hv1ytX9vbW3ViPjkyZOysbEhw8PDsc8KEcdGeGkFiDgBqFQJAQgg4hbmgPZ8tWd7/fXXy/z8/JEiVunqQ4em9efo6Kisra3JwMCAdHR0xD4rRBwbISJOACFVQgACAQRYj7j5FNHh5UqlIqVSSS6//PIjRaxzyLrpULTdlpaWpKenR1ZWVmRzc1PsPHKzZ9QSEe/v74s+0rKdrZx3eip3lU44PX7aD+46PsqHGKU9Szi/IAKuX0dpew11d3eLPsJsOjc8MzMjFy5cqBa3N2GdO3euZt7XP1Rte9J2aLq/v78q9a6urjCHv6RMS0Tc1JET3Il3ignCbUHVruOjl8D0QQsCSRVOCbh+HWXlNWTniovF4iU3a+3t7cnCwoKMj4+LSlZ70svLy2ZIent728wR6+9x75xGxAm8lLKSoAmgMVW6bkAQcVKRpd7jJOD6dZSVds4vYo2h9+NLExMT5q5ofzn9e25uLj1D08eZfGGORYKGoeSujOv4IGJ3sefIrSPg+nWUFRG3LiLN10SPuHl2DfckQY+G6roBQcQJJD1VHjsB168j2rnWhRwRt45ltSYSFBEnkFZUCYEaAog4OwmBiBOIJSJGxAmkFVVCABFnNAcQcQKBRcSIOIG0okoIIOKM5gAiTiCwiBgRJ5BWVAkBRJzRHEDECQQWESPiBNKKKiGAiDOaA4g4gcAiYkScQFpRJQQQcUZzABEnEFhEjIgTSCuqhAAizmgOIOIEAouIEXECaUWVEEDEGc0BRJxAYBExIk4gragSAog4ozmAiBMILCJGxAmkFVVCABFnNAcQcQKBRcSIOIG0OtYqXX9rk14sr6N0v46IT+tekoi4dSyrNZGg6W5AaOSDkx4RBzNyXcJ1jNq9nfOuSaxrC09NTZmlDnXzrr40ODgofX19ousQl8tlsesWnzp1yqzIFHcJRD0eIk7g1dTuCZoAklQNqSHi4Ai7buSJUfpj1O7t3A9+8AO57rrrjHzvv/9+A9wKV/8eGxuTg4MDmZ2dlaGhIVlfX5dCoWDWJN7d3TVlVdi9vb1mmcQ4GyKOQ6/Bvu2eoAkgQcRJQ21x/Yi4xUATqM51jLLUznmF6per/Xtra6tGxNqL3tjYkOHh4djRRcSxEV5aQZYSNAE84roBobcVHFViFMzIdQnXMWr3ds47NH3mzJmqUOuJWKWrDx2a1p+jo6OytrYmAwMD0tHRETsVEHFshIg4KkLXDQgiDo4YMQpm5LqE6xi1u4i98dOhaB1u1t6tX8TeYWu7z9LSkvT09MjKyopsbm6KnUduNidaIuL9/X3RR1q2s5XzTk/lrtIJp8dP+8Fdx0f5EKOjs4QYpf1VJOI6Rml7DXV3d4s+mtm0d7y6uiojIyPm5ivvvK9fzHrTlkrbDk339/dLpVKRUqlUvdkr6jm0RMRRD5p0ed4pJk04Xv2u40OPODh+xCiYkesSrmPUzj1ivdv5vvvuk5tuuskMLXt7xCpae7PW3t6eLCwsyPj4uJGs3qi1vLxshqS3t7fNHLH+HvfOaUScwKupnRM0ARyXVOm6AUHEwVEmRsGMXJdwHaN2b+dUtouLiyaMR318aWJiwtwVrfKen5+XYrEo9qNLc3Nz6Rmadp2Q/uOToGmLSO35uI4PIg7OD2IUzMh1CdcxancRu46f9/j0iBOIBgl6NFTXDQgiDk56YhTMyHUJ1zGinWtdBiDi1rGs1kSCIuIE0upYq3TdyPNmKTjc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lG7t3O6BvHMzIxcuHDhyNWXBgcHpa+vT3R5xHK5LJ2dnTI5OVldgSnuEogaaUQcnO+RS7R7gka+4Ig7uG5AaOSDA0aMghm5LuE6Ru3ezi0tLUmhUDBCvfvuu42MrXDtesQHBwcyOzsrQ0NDsr6+bsrrmsS7u7umrO7X29trlkmMsyHiOPQa7NvuCZoAkpoqXTcgiDg4wsQomJHrEq5jlKV2TsWrch0eHr5Erla2W1tbNSJWcW9sbJh94m6IOC7BOvtnKUETwCOuGxBEHBxVYhTMyHUJ1zHKUjvn7dn6e7m2t6zi1aFp/Tk6Oipra2syMDAgHR0dsVMBEcdGeGkFWUrQBPAg4iSgtrhO1408b5aCA+o6Rllp53Tu19uz9YtYe8u66VC03XRYu6enR1ZWVmRzc1PsPHJw1Ope/pNcAAANnElEQVSXaImI9/f3RR9p2c5Wzjs9lbtKJ5weP+0Hdx0f5UOMjs4SYpT2V5GI6xil7TXU3d0t+oiy6Q1bCwsLMj4+Ll1dXWbXej1i7zywiluHse3QdH9/v1QqFSmVStU6opyDlm2JiKMeNOnyvFNMmnC8+l3Hh95WcPyIUTAj1yVcx6jde8Qq1MXFRZmamqoRqD5vb9ba29urEbXeqLW8vGyGpLe3t01PWn+Pe+c0Ik7g1dTuCZoAkpoqXTcgiDg4wsQomJHrEq5j1M7t3OHhoczNzZlhZbtpD9dKWXvFOges28TEhLkrWveZn5+XYrFY/eiSrSMVQ9OuE9J/fBI0bRGpPR/X8UHEwflBjIIZuS7hOkbtLGLXsfMfnx5xAhEh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ykI7p+sRz8zMyNmzZ80KS3bzrr5kV1bS5RHL5bJ0dnbK5ORkdQWmuEsg6jERcXC+Ry6RhQSNfNERdnDdgNDIBweLGAUzcl3CdYzavZ3TNYdVrldccYVce+21VRF71yM+ODiQ2dlZGRoakvX1dSkUCqJrEu/u7kpfX5+osHt7e2sk3kxeIOJmqAXs0+4JmgCSmipdNyCIODjCxCiYkesSrmOUlXbOL9NGf29tbdWIWNcv3tjYkOHh4dipgIhjI7y0gqwkaAJoTJWuGxBEHBxZYhTMyHUJ1zHKSjsXRsQqXX3o0LT+HB0dlbW1NRkYGJCOjo7YqYCIYyNExFERum5AEHFwxIhRMCPXJVzHKC8i1iFs3XQo2m5LS0vS09MjKysrsrm5KXYeudmcaImI9/f3RR9p2c5Wzjs9lbtKJ5weP+0Hdx0f5UOMjs4SYpT2V5GI6xil7TXU3d0t+oi6hekRe+eBdQ5Z54jt0HR/f79UKhUplUrS1dUV9fCmfEtE3NSRE9yJd4oJwm1B1a7jQ484OIjEKJiR6xKuY5TVHrH3Zq29vT1ZWFiQ8fFxI1m9UWt5edkMSW9vb5s5Yv097p3TiDiBV1NWEjQBNKZK1w0IIg6OLDEKZuS6hOsYtXs7p0POi4uL1TBqD3dqasoI1/vxpYmJCXNX9OHhoczPz0uxWKx+dGlubi49Q9OuE9J/fBI0bRGpPR/X8UHEwflBjIIZuS7hOkbtLmLX8fMenx5xAtEg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avd2Tpc0nJ6eNmsLd3Z2yuTkpFlVSZdBLJfLNc/pyktxlzo8KqKIODjfI5do9wSNfMERd3DdgNDIBweMGAUzcl3CdYzavZ3TpQ516cO+vj4jX10WcWxsTL7//e9LoVAwaw+rpPX/Wra3t9csh5jEhogToNruCZoAkpoqXTcgiDg4wsQomJHrEq5j1M7tnEq2UqlIqVQy6w97/7733ntrRKyy3tjYkOHh4cRCjogTQNvOCZoAjkuqdN2AIOLgKBOjYEauS7iOUTu3c/VEPDs7K0NDQ0bKOjStAh4dHZW1tTUZGBiQjo6OxEKOiBNA284JmgAORHwcUFt8DNeNPG+WggPqOkbt3M75RaxzwPPz81IsFs08sd2Wlpakp6dHVlZWZHNzUwYHB81Qdau3loh4f39f9MEGAQhAAAIQcEGgu7tb9BFmO2poWoeqddN5Y50jtkPT/f39NcPZYY4TtkxLRBz2YJSDAAQgAAEIpIGA92YtvVFLpWvngVXUy8vLZkh6e3vbzBHr70ndOY2I05ARnAMEIAABCBwrAe/Hl7TXOzU1ZW7c8g9T699zc3PpH5o+VnocDAIQgAAEIJAhAvSIMxRMLgUCEIAABNqPACJuv5hxxhCAAAQgkCECiDhDweRSIAABCECg/Qgg4vaLGWcMAQhAAAIZIoCIMxRMLgUCEIAABNqPACJuv5hxxhCAAAQgkCECiDhDweRSIAABCECg/Qgg4vaLGWcMAQhAAAIZIpAbEdtvR7nqqquqX2Nmv+JM47m4uFgNq/eLvW2Zq6++WmZmZuTChQum3MTERGJrU7ZLfu3s7NQw0fO231CjXw9n1/rU55WjrmKiWz2+119/fc2Xrmvdq6urMjIyIg888EA1Pt5vwPFz0mM8+uijZk1RXSnFfm3dDTfcUHOe11xzjSmjm/3GHP39zJkz1dzQ75nVr7Xz7pvUF76nKd7ebxHyM/HG0C6kfu7cueo6rf7v77XX5c8T7yLs9nj6Rfr6Zft2oXYboyRXvEkT91aeizdOtl5vbnu/2tFf1l+u3uspyeUAW8mhnerKjYg1KPYrzbRB1QWe7WLP+h2j9ntGbcOg/7cLQnuFovV4G4+kFopupySy5+ptiL0i9n6Pq5+dv1Gwi297F+r2NsZal/7PytbLyR87LaubvolaWFiQ8fFx8xV2jerwn6euxvLII4/I7bffLldeeaXYZdK8q7O0Y5yinLP/O3j97Cxjfa2ocL2cvSL2Pu8td/nll5s3Q7q/97V0VJyjnH9ey9o3kirNo9o07+tPWXn/bvR6SmL1obzGyV53rkRsE0sbV11nUpPOrj/pXfjZ21D4e3YWnDfR855ER4nY39PVsl52/i9e1//rC72RiBv1uuw5aH0PPvigfPCDHzRLl9melncR8EZvpPx1+yVk37jl6c2Xl0k9aXpjGVbEXv4vfvGL64q40bJ0vNbCEfC3T41ec34R+1939V5Pecr/cLTjl8qViBsNw9iesuLUL/7WzTbcR4lYG+p6PbP4YWmPGo4Sl32Bv+pVr7qkJ9lIst7GotEbHT1mo56pxsM7xeAd3rSxt1MK9aTqr1vr09EQ2/DkVcSW97Of/exLpOmdQtjb26tOJ3hHMfyCDiNi2zuzIyTt8YpIz1m2QsTeKSG9MqYLkotvbkTsffHr8KTO9549e7buPK+3cdFlr/xD07ZXh4gfr75heeyxx2qGJa2Ig3rE3tT2zwvb3rG3zFEi9spf5xp1vqveMFqj3pa/bl0UvFAoVBcKz7uIdUjez8D7Zkzj5x1ZsnFrRsT0iOM1+q0QsW379M30Ua+neGfK3kogNyKu19upN9doe8e2EfcP3di0adSry1NaHdUIN1rr86j5dVvfW9/61uq0gX8+tpGI/fVqfLR3bJc288bFf1OX/Z+3bp0T9g5n57WH5uftfz1YYd54443VqQD/0GUzImaOOF5LElfEd9xxh3z5y1+uzt0f9XqKd6bsnTsR15sn1LuodfirXC5XM6LeXb3+nhUi/v83v1mmv/jFL2oW1q53E0i9u6a9L8NG637WuwvUe+et1lGvB2WFq/cB3Hnnneb8jhpi80pHy+ld229/+9vNNW5ubpp983a3fJCI7RsUja33jlv/SIf3Zq1GQ9PcNR1fSt41dr3tWNQ5YhWxvpEtFos1I0Leu6jjny01WAK56RET8tYTCLpxKsoR7fxuHj4iFIVLmstq465vYBsJOM3nzrlBIE0EEHGaotFm59JKEbfZpXO6EIAABFpGABG3DCUVQQACEIAABKITQMTRmbEHBCAAAQhAoGUEEHHLUFIRBCAAAQhAIDoBRBydGXtAAAIQgAAEWkYAEbcMJRVBAAIQgAAEohNAxNGZsQcEIAABCECgZQQQcctQUhEEIAABCEAgOgFEHJ0Ze0AAAhCAAARaRgARtwwlFUEAAhCAAASiE6iK+Pe///0Dl1122XXRq2APCEAAAhCAAASaJXDx4sX/+V/cY7wa/ej6vAAAAABJRU5ErkJggg=="/>
          <p:cNvSpPr>
            <a:spLocks noChangeAspect="1" noChangeArrowheads="1"/>
          </p:cNvSpPr>
          <p:nvPr/>
        </p:nvSpPr>
        <p:spPr bwMode="auto">
          <a:xfrm>
            <a:off x="457200" y="457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8" name="AutoShape 5" descr="data:image/png;base64,iVBORw0KGgoAAAANSUhEUgAAAeIAAAEiCAYAAAAlAdEXAAAAAXNSR0IArs4c6QAAIABJREFUeF7tnX1oLFfd+L/Fl9RiTCW9KBfxiopSwUs1QXGV2tL7lFRdSw1aSzSY1LjVq4nxNUTzVzRs1ccYteIabDCo8S02Em2L5toHwWgxaChGjCgSKiH0NtJ6pSb4cp/f9/w4+8zO3c3M7OzkzM58BpYkmzNnZj7f757PnnNm91wmbBCAAAQgAAEIOCNwmR754YcfvvjEE084OwkODAEIQAACEMgjgYsXL/6PEfH29vbFF73oRXlkwDVDAAIQgAAEnBH4wx/+IIjYGX4ODAEIQAACeSeAiPOeAVw/BCAAAQg4JYCIneLn4BCAAAQgkHcCiDjvGcD1QwACEICAUwKI2Cl+Dg4BCEAAAnkngIjzngFcPwQgAAEIOCWAiJ3i5+AQgAAEIJB3Aog47xnA9UMAAhCAgFMCiNgpfg4OAQhAAAJ5J4CI854BXD8EIAABCDglgIid4ufgEIAABCCQdwKIOO8ZwPVDAAIQgIBTAojYKX4ODgEIQAACeSeAiPOeAVw/BCAAAQg4JYCIneLn4BCAAAQgkHcCiDjvGcD1QwACEICAUwKI2Cl+Dt5uBB566CEpl8vmtJ/1rGfJ2972Nnn5y18ul11mlvWuu/3yl7+U7373u/LXv/5VDg8PTZlnPOMZUigUpFgsyjOf+czqfo8//rhMT0/LS17yEhkeHpZ//vOf8sUvflEuXLggH/rQh+Rf//qXfPOb35Sf//zn0tHRIa9//evlDW94gzzlKU8xddx9993yu9/9TqampqSrq8scb25uTv7zn//I+9//frn88surz2n5sbExeeCBB2RxcVGe9KQnyenTp2VkZESuvPJKU5//fHZ3d+WTn/yknDlzRm655RbRBuRrX/ua/PnPfzY8hoaG5KUvfemRPNot5pwvBJImgIiTJkz9mSKws7NjRPT3v//dXNcVV1whk5OT8vznP7/hdd5///1GdPU2lfCHP/xhed7znldXfPrkr371KyNYFaQKXc/Bu918883ylre8xcivkYitdFXeVq4veMEL5F3vepf85Cc/qTm/V7/61eZ5lbtfxP/+97/lq1/9qjz22GPymte8Rubn56tvLvQYWv9HPvIRufrqqzMVdy4GAkkSQMRJ0qXuzBJQIWlPUsV3xx13yLXXXnukiO+55x4j7FOnTsnFixflb3/7m/zwhz+U++67z+x7++23mx6pX3xaqZa98847zU99A6A9Ze1Naw/7s5/9rOklf+xjHzO92HvvvVd++tOfVnvEfunqMR599FH5xCc+YXq/Wpfd9vf35Qtf+II5hu1R1zsf7XF/7nOfM+LXY773ve+V5zznOfLrX//a9N71et7xjnfQK85s9nNhrSaAiFtNlPpyQ0B7pjMzM2aItq+vL7SIbcEnnnhCPvOZz8hTn/rU6rBxPfFp+dXVVVlaWpJbb71V3vjGN1Ylt7a2Jt/5zneMiFXy2vv2Sr+edI86b31jocPvH//4x+Wqq66q+8bgH//4h3kDoMPRExMT8sIXvtBckg6Dq8j1jYEdBs9NMnChEIhBABHHgMeu+SYQV8R2/vaRRx45sgeqlH/zm98YyWmv2opPn7dz1ipE7eF6RazD5t/61rfkwQcflHe/+92iQ87efer15FXEWt723uu9MdAevQ5P63yxzlvrcezmHxrPd4Zw9RAIRwARh+NEKQhUCegQsfZO9SYsleng4GBTPeJ6Im6EWY+nQ8If/ehH5elPf3q1mF/Ev/3tb83NZHpzlm46Z6s9aH3osLRuKmvtRfulrv8LI2Idutahcr2h7Lbbbqs5ZUTMCwUC0Qkg4ujM2CPHBPTu5U996lPypz/9qUrhzW9+sxmebrT5h4ttubAitkPYJ06cMDdRWaF6e7e2R2yHop/73Oeac9K5W3tHtZbXeeVPf/rTNfPK3vMOI+I//vGPZki+VCrJK1/5SkSc49cDl94aAoi4NRypJScEVKpf//rXzV3KOtSrUj558qS85z3vqRGeF0dcEe/t7Zk7tW+66SZ53eteV0Pa3yPWm8i093zu3Dl505veJK997WvNR6X0+e3tbfNRo4cffli8d1pHFfHPfvYzw8DOS/v39358KidpwWVCIBYBRBwLHzvniYC9e1nnRD/wgQ/Ik5/8ZPnSl74kf/nLX6p3LdfjcdTHl7S8itzepVxvf52z1c8C68ecXvayl5nhY71Jy7vZHrHt9c7Oztb02r1lX/GKV5je7NOe9jTztL++zs7OhnPEKvSvfOUror1iPWe9c1o/96zzxXYLup485QzXCoEwBBBxGEqUgcD/I6Cf51UhvvOd75TrrrvOMNGPC33ve9+rO99qocUVsfZwtReqPVAdag4SsR734OBAfvSjH5n9zp8/b4az9bPKN9xwg+nJe4ero4jYzg/rl4W8733vM8dBxLw8IBCPACKOx4+9IQABCEAAArEIIOJY+NgZAhCAAAQgEI8AIo7Hj70hAAEIQAACsQgg4lj42BkCEIAABCAQjwAijsePvSEAAQhAAAKxCCDiWPjYGQIQgAAEIBCPACKOx4+9IQABCEAAArEIIOJY+NgZAhCAAAQgEI8AIo7Hj70hAAEIQAACsQgg4lj42BkCEIAABCAQjwAijsePvSEAAQhAAAKxCCDiWPjYGQIQgAAEIBCPACKOx4+9IQABCEAAArEIIOJY+NgZAhCAAAQgEI8AIo7Hj70hAAEIQAACsQgg4lj42BkCEIAABNqVwM7OjszMzMjZs2fl9OnT1cvwrtE9ODgofX195n/1nn/ooYekXC5LZ2enWZf81KlTcnh4KN/4xjekv79fdO3uoA0RBxHi/xCAAAQgkDkC999/v6hEr7jiCrn22murItbn9H9jY2NycHAgs7OzMjQ0JI8//njd59fX16VQKJj/7+7uGmmrsHt7e2vkfhRARJy59OKCIAABCEAgLAG/NBv9vbGxUSNXW25ra6tGxCdPnhQtOzw8HPYUBBGHRkVBCEAAAhDIGoEwIla5am/X28vV/fR5fejQtP4cHR2VtbU1GRgYkI6OjtCoEHFoVBSEAAQgAIGsEQgSsQ5T6+YXsX3ezh9rmaWlJenp6ZGVlRXZ3NwU7/xy4kPT+/v7og82CEAAAhCAgAsC3d3doo+oW5CI7f8bDU3bm7x0blllbYem9UatSqUipVIp8IYtesRRo0Z5CEAAAhDIDAG/iL03a+3t7cnCwoKMj4+L3mFtb+LyPq93ReuNWsvLy2ZIent728wR6+9h75xGxJlJJy4EAhCAAATCElCpLi4uVotrT3Zqasr0Xr0fU5qYmKje/Vzvef2o0vz8vBSLxepHl+bm5o5/aDrshVMOAhCAAAQgAIFaAvSIyQgIQAACEICAQwKI2CF8Dg0BCEAAAhBAxOQABCAAAQhAwCEBROwQPoeGAAQgAAEIIGJyAAIQgAAEIOCQACJ2CJ9DQwACEIAABBAxOQABCEAAAhBwSAARO4TPoSEAAQhAAAKImByAAAQgAAEIOCSAiB3C59AQgAAEIAABREwOQAACEIAABBwSQMQO4XNoCEAAAhCAACImByAAAQhAIHcEdOnC6enp6hrCduUlBeFdZWlwcFD6+vpEl0csl8vS2dkpk5OT1ZWWwi51eBRgRJy79OOCIQABCOSbgC5dqEsVqmBPnz5t1hne3d2V4eFhI1y77vDBwYHMzs7K0NCQrK+vS6FQMGsPa1nd17+WcbNUEXGz5NgPAhCAAATakoDKtFKpSKlUMusP7+zsyMLCgoyPj8vy8rL09vbWrEGsf29tbdWIWNcv3tjYMPKOuyHiuATZHwIQgAAE2oqAv0fsFXM9Eat09aFD0/pzdHRU1tbWZGBgQDo6OmJfOyKOjZAKIAABCECg3QjYOV973ipYnSf2i1iHqXXToWi7LS0tSU9Pj6ysrMjm5qbYeeRmGbRExPv7+6IPNghAAAIQOB4CZyvnj+dADY5yV+mE0+P7D97d3S36aGbToenV1VUZGRkRvfmq3tC0ziXrpgLXOWI7NN3f318zzN3M8Vsi4mYOzD4QgAAEINA8gf/64M+b37kFe/7kv1/dglrcV2GHqVW09u5oe7PW3t5ede5Y55J1CFt7zDokvb29beaI9fe4d04jYvd5wBlAAAIQiEwAEUdGVrNDvY8o2QLe/01MTJgbt1TY8/PzUiwWqx9d0juvUz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4wVb1yCemZmRCxcumIrsKkv6e72VmXQd4nK5LJ2dnTI5OVldgSnuEoh6PEQcL5bsDQEIQMAJAUQcD7vKtre31yxxqFJeXV2VkZERs86wXY/44OBAZmdnZWhoSNbX16VQKJg1iXd3d83axd464pwNIo5Dj30hAAEIOCKAiOOB94tYRXvbbbddIldbbmtrq0bEJ0+elI2NDRkeHo53IvSIY/OjAghAAAJOCCDieNi1Zzs9PW16t9dcc42MjY1JR0dHXRGrdPWhQ9P6c3R0VNbW1mRgYMDsE3ejRxyXIPtDAAIQcEAAEceDrsPRn//85+Xmm28Wnee95ZZb6g436zC1bjoUbbelpSXp6emRlZUV2dzclMHBwZr/Rz2zloh4f39f9MEGAQhAAALHQ+Bs5fzxHKjBUe4qnXB6fP/Bu7u7RR9hNu0N27nfU6dOmXnfSqUipVJJlpeXq3PHWpd/Hlhv2tJetB2a7u/vr+7b1dUV5vCXlGmJiJs6MjtBAAIQgEDTBOgRN43OiNcrYu0dLywsyPj4uLlxy96stbe3V31eJav7qah1SFpv6tI5Yv097p3TiLj5WLInBCAAAWcEEHE89PbjSLaWRh9fss8fHh7K/Py8FIvF6keX5ubm0j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mw+2Lmc4PT1t1hW2m64vPDU1Jbrcoa5BvLa2Zv41ODgofX19Yldr6uzslMnJyeoKTHGXQNRjIOLmY8meEIAABJwRQMStQ6+S1bWFh4eHjXDtesQHBwfVdYvX19elUCiYNYlV4CpnFXZvb6+cPn061skg4lj42BkCEICAGwKIuHXcvUL1y9X+vbW1VSNi7UFbecc9E0QclyD7QwACEHBAABG3BvrOzo6srq7KyMiIdHR0XNLLVRGrdPVRLpfNz9HRUTN0PTAwYPaJuyHiuATZHwIQgIADAoi4NdB1GFo3HWrWzd8j9v9fyywtLUlPT4+srKzI5uZmdR652TNqiYj39/dFH2wQgAAEIHA8BM5Wzh/PgRoc5a7SCafH9x+8u7tb9BFl0/neSqUipVLJ3KRVT8R+Mescss4R26Hp/v7+S+qIcg5atiUijnpQykMAAhCAQDwC9Ijj8dO9tberUtWbtOzmvVlrb29PFhYWZHx83Ihaxb28vGyGpLe3t80csf4e985pRBw/ltQAAQhA4NgJIOJ4yA8PD2Vubs4MSfvvevZ+fGliYsL8X8vPz89LsVisfnRJ90/N0HQ8HOwNAQhAAAJRCSDiqMTSW54ecXpjw5lBAAIQaEgAEWcnORBxdmLJlUAAAjkigIizE2xEnJ1YciUQgECOCCDi7AQbEWcnllwJBCCQIwKIODvBRsTZiSVXAgEI5IgAIs5OsBFxdmLJlUAAAjkigIizE2xEnJ1YciUQgECOCCDi7AQbEWcnllwJBCCQIwKIODvBRsTZiSVXAgEI5IgAIs5OsBFxdmLJlUAAAjkigIizE2xEnJ1YciUQgECOCCDi7AQbEWcnllwJBCCQIwKIODvBRsTZiSVXAgEI5IgAIo4fbF0GcXFx0VR05syZ6nKI3tWXBgcHzQpNujxiuVyWzs5OmZycrK7AFHcJRD02Io4fS2qAAAQgcOwEEHE85N51hzs6OqqVeZ8/ODiQ2dlZGRoakvX1dSkUCmZNYl3DWOWswu7t7b1kGcWoZ4aIoxKjPAQgAIEUEEDE8YLQSKL+5+3fW1tbNSI+efKkbGxsVHvRcc4GEcehx74QgAAEHBFAxM2DPzw8lLm5Odnc3KxWYoeg64lYpasPHZrWn6Ojo7K2tiYDAwPi7U03e0aIuFly7AcBCEDAIQFE3Dx8FfH8/LwUi0Uz17uzsyMLCwsyPj4uy8vLNcPNOo+smw5F221paUl6enpkZWXFyNxKvNkzaomI9/f3RR9sEIAABCBwPATOVs4fz4EaHOWu0gmnx/cfvLu7W/QRZvOL2Pv3uXPnakTs7yHrHLLOEduh6f7+fqlUKlIqlaSrqyvM4S8p0xIRN3VkdoIABCAAgaYJ0CNuGp3ZUQWrMrV3RGvPd2xsTLa3t8X+vre3V+0pq2T1Ri3tMeuQtJbTOWL9Pe6d04g4XizZGwIQgIATAog4HnaV6vT0tOndej+SZCWtc8C6TUxMmLui6/Wi7TxzKoam4+FgbwhAAAIQiEoAEUcllt7y9IjTGxvODAIQgEBDAog4O8mBiLMTS64EAhDIEQFEnJ1gI+LsxJIrgQAEckQAEWcn2Ig4O7HkSiAAgRwRQMTZCTYizk4suRIIQCBHBBBxdoKNiLMTS64EAhDIEQFEnJ1gI+LsxJIrgQAEckQAEWcn2Ig4O7HkSiAAgRwRQMTZCTYizk4suRIIQCBHBBBxdoKNiLMTS64EAhDIEQFEnJ1gI+LsxJIrgQAEckQAEWcn2Ig4O7HkSiAAgRwRQMTZCTYizk4suRIIQCBHBBBxvGDrUoeLi4vVSuwqS/qELpFoV1+yKyvpOsTlcrlmpSZdkSnuEoh6PEQcL5bsDQEIQMAJAUQcD7uKWDddj9i7qXDtesQHBwcyOzsrQ0NDsr6+LoVCwaxJrEsn6n4q7N7eXrNMYpwNEcehx74QgAAEHBFAxPHANxKxX672762trRoRnzx5UjY2NmR4eDjeidAjjs2PCiAAAQg4IYCI42H3Dk2rVKempqSrq+uSXq6KWP+vDx2a1p+jo6Nm6HpgYEA6OjrinQgijs2PCiAAAQg4IYCIW4ddpaxD0mNjY2bO1zvcXK/nvLS0JD09PbKysiKbm5ti55GbPaOWDE3v7++LPtKyna2cd3oqd5VOOD0+B4cABLJPgHauNsbd3d2ij2a2nZ0dWV1dlZGRkUtE7B+qVmHrHLEdmu7v75dKpSKlUsn0qJvZWiLiZg6c5D68U0ySLnVDAAJpIEA717ooaK9X5arzvd6btfb29mRhYUHGx8eNZPVGreXlZTMkvb29beaI9fe4d04j4tbFslrTT/771QnUSpUQgAAE/o8AIm4+G1So09PTRr66XXPNNWZY2s73ej++ZD/WpB9Vmp+fl2KxKKdOnRL9e25uLj1D083jSGZPEjQZrtQKAQikhwDtXHpiEfdM6BHHJVhnf3rECUClSghAoIYAIs5OQiDiBGKJiBOASpUQgAAizmgOIOIEAouIE4BKlRCAACLOaA4g4gQCi4gTgEqVEIAAIs5oDiDiBAKLiBOASpUQgAAizmgOIOIEAouIE4BKlRCAACLOaA4g4gQCi4gTgEqVEIAAIs5oDiDiBAKLiBOASpUQgAAizmgOIOIEAouIE4BKlRCAACLOaA4g4gQCi4gTgEqVEIAAIs5oDiDiBAKLiBOASpUQgAAizmgOIOIEAouIE4BKlRCAACLOaA4g4gQCi4gTgEqVEIAAIk4gB3QJxHvuuUcmJyfNqkq6eVdfGhwclL6+PrM8Yrlcls7OzmpZXYEp7hKIejxEnEBgEXECUKkSAhBAxC3OgZ2dHfn2t79tar311luNiL3rER8cHMjs7KwMDQ3J+vq6FAoFsyaxLp+oclZh9/b2yunTp2OdGSKOha/+zog4AahUCQEIIOIW5oBdX/jGG2+UH//4x9V1hv1ytX9vbW3ViPjkyZOysbEhw8PDsc8KEcdGeGkFiDgBqFQJAQgg4hbmgPZ8tWd7/fXXy/z8/JEiVunqQ4em9efo6Kisra3JwMCAdHR0xD4rRBwbISJOACFVQgACAQRYj7j5FNHh5UqlIqVSSS6//PIjRaxzyLrpULTdlpaWpKenR1ZWVmRzc1PsPHKzZ9QSEe/v74s+0rKdrZx3eip3lU44PX7aD+46PsqHGKU9Szi/IAKuX0dpew11d3eLPsJsOjc8MzMjFy5cqBa3N2GdO3euZt7XP1Rte9J2aLq/v78q9a6urjCHv6RMS0Tc1JET3Il3ignCbUHVruOjl8D0QQsCSRVOCbh+HWXlNWTniovF4iU3a+3t7cnCwoKMj4+LSlZ70svLy2ZIent728wR6+9x75xGxAm8lLKSoAmgMVW6bkAQcVKRpd7jJOD6dZSVds4vYo2h9+NLExMT5q5ofzn9e25uLj1D08eZfGGORYKGoeSujOv4IGJ3sefIrSPg+nWUFRG3LiLN10SPuHl2DfckQY+G6roBQcQJJD1VHjsB168j2rnWhRwRt45ltSYSFBEnkFZUCYEaAog4OwmBiBOIJSJGxAmkFVVCABFnNAcQcQKBRcSIOIG0okoIIOKM5gAiTiCwiBgRJ5BWVAkBRJzRHEDECQQWESPiBNKKKiGAiDOaA4g4gcAiYkScQFpRJQQQcUZzABEnEFhEjIgTSCuqhAAizmgOIOIEAouIEXECaUWVEEDEGc0BRJxAYBExIk4gragSAog4ozmAiBMILCJGxAmkFVVCABFnNAcQcQKBRcSIOIG0OtYqXX9rk14sr6N0v46IT+tekoi4dSyrNZGg6W5AaOSDkx4RBzNyXcJ1jNq9nfOuSaxrC09NTZmlDnXzrr40ODgofX19ousQl8tlsesWnzp1yqzIFHcJRD0eIk7g1dTuCZoAklQNqSHi4Ai7buSJUfpj1O7t3A9+8AO57rrrjHzvv/9+A9wKV/8eGxuTg4MDmZ2dlaGhIVlfX5dCoWDWJN7d3TVlVdi9vb1mmcQ4GyKOQ6/Bvu2eoAkgQcRJQ21x/Yi4xUATqM51jLLUznmF6per/Xtra6tGxNqL3tjYkOHh4djRRcSxEV5aQZYSNAE84roBobcVHFViFMzIdQnXMWr3ds47NH3mzJmqUOuJWKWrDx2a1p+jo6OytrYmAwMD0tHRETsVEHFshIg4KkLXDQgiDo4YMQpm5LqE6xi1u4i98dOhaB1u1t6tX8TeYWu7z9LSkvT09MjKyopsbm6KnUduNidaIuL9/X3RR1q2s5XzTk/lrtIJp8dP+8Fdx0f5EKOjs4QYpf1VJOI6Rml7DXV3d4s+mtm0d7y6uiojIyPm5ivvvK9fzHrTlkrbDk339/dLpVKRUqlUvdkr6jm0RMRRD5p0ed4pJk04Xv2u40OPODh+xCiYkesSrmPUzj1ivdv5vvvuk5tuuskMLXt7xCpae7PW3t6eLCwsyPj4uJGs3qi1vLxshqS3t7fNHLH+HvfOaUScwKupnRM0ARyXVOm6AUHEwVEmRsGMXJdwHaN2b+dUtouLiyaMR318aWJiwtwVrfKen5+XYrEo9qNLc3Nz6Rmadp2Q/uOToGmLSO35uI4PIg7OD2IUzMh1CdcxancRu46f9/j0iBOIBgl6NFTXDQgiDk56YhTMyHUJ1zGinWtdBiDi1rGs1kSCIuIE0upYq3TdyPNmKTjc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lG7t3O6BvHMzIxcuHDhyNWXBgcHpa+vT3R5xHK5LJ2dnTI5OVldgSnuEogaaUQcnO+RS7R7gka+4Ig7uG5AaOSDA0aMghm5LuE6Ru3ezi0tLUmhUDBCvfvuu42MrXDtesQHBwcyOzsrQ0NDsr6+bsrrmsS7u7umrO7X29trlkmMsyHiOPQa7NvuCZoAkpoqXTcgiDg4wsQomJHrEq5jlKV2TsWrch0eHr5Erla2W1tbNSJWcW9sbJh94m6IOC7BOvtnKUETwCOuGxBEHBxVYhTMyHUJ1zHKUjvn7dn6e7m2t6zi1aFp/Tk6Oipra2syMDAgHR0dsVMBEcdGeGkFWUrQBPAg4iSgtrhO1408b5aCA+o6Rllp53Tu19uz9YtYe8u66VC03XRYu6enR1ZWVmRzc1PsPHJw1Ope/pNcAAANnElEQVSXaImI9/f3RR9p2c5Wzjs9lbtKJ5weP+0Hdx0f5UOMjs4SYpT2V5GI6xil7TXU3d0t+oiy6Q1bCwsLMj4+Ll1dXWbXej1i7zywiluHse3QdH9/v1QqFSmVStU6opyDlm2JiKMeNOnyvFNMmnC8+l3Hh95WcPyIUTAj1yVcx6jde8Qq1MXFRZmamqoRqD5vb9ba29urEbXeqLW8vGyGpLe3t01PWn+Pe+c0Ik7g1dTuCZoAkpoqXTcgiDg4wsQomJHrEq5j1M7t3OHhoczNzZlhZbtpD9dKWXvFOges28TEhLkrWveZn5+XYrFY/eiSrSMVQ9OuE9J/fBI0bRGpPR/X8UHEwflBjIIZuS7hOkbtLGLXsfMfnx5xAhEh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ykI7p+sRz8zMyNmzZ80KS3bzrr5kV1bS5RHL5bJ0dnbK5ORkdQWmuEsg6jERcXC+Ry6RhQSNfNERdnDdgNDIBweLGAUzcl3CdYzavZ3TNYdVrldccYVce+21VRF71yM+ODiQ2dlZGRoakvX1dSkUCqJrEu/u7kpfX5+osHt7e2sk3kxeIOJmqAXs0+4JmgCSmipdNyCIODjCxCiYkesSrmOUlXbOL9NGf29tbdWIWNcv3tjYkOHh4dipgIhjI7y0gqwkaAJoTJWuGxBEHBxZYhTMyHUJ1zHKSjsXRsQqXX3o0LT+HB0dlbW1NRkYGJCOjo7YqYCIYyNExFERum5AEHFwxIhRMCPXJVzHKC8i1iFs3XQo2m5LS0vS09MjKysrsrm5KXYeudmcaImI9/f3RR9p2c5Wzjs9lbtKJ5weP+0Hdx0f5UOMjs4SYpT2V5GI6xil7TXU3d0t+oi6hekRe+eBdQ5Z54jt0HR/f79UKhUplUrS1dUV9fCmfEtE3NSRE9yJd4oJwm1B1a7jQ484OIjEKJiR6xKuY5TVHrH3Zq29vT1ZWFiQ8fFxI1m9UWt5edkMSW9vb5s5Yv097p3TiDiBV1NWEjQBNKZK1w0IIg6OLDEKZuS6hOsYtXs7p0POi4uL1TBqD3dqasoI1/vxpYmJCXNX9OHhoczPz0uxWKx+dGlubi49Q9OuE9J/fBI0bRGpPR/X8UHEwflBjIIZuS7hOkbtLmLX8fMenx5xAtEg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avd2Tpc0nJ6eNmsLd3Z2yuTkpFlVSZdBLJfLNc/pyktxlzo8KqKIODjfI5do9wSNfMERd3DdgNDIBweMGAUzcl3CdYzavZ3TpQ516cO+vj4jX10WcWxsTL7//e9LoVAwaw+rpPX/Wra3t9csh5jEhogToNruCZoAkpoqXTcgiDg4wsQomJHrEq5j1M7tnEq2UqlIqVQy6w97/7733ntrRKyy3tjYkOHh4cRCjogTQNvOCZoAjkuqdN2AIOLgKBOjYEauS7iOUTu3c/VEPDs7K0NDQ0bKOjStAh4dHZW1tTUZGBiQjo6OxEKOiBNA284JmgAORHwcUFt8DNeNPG+WggPqOkbt3M75RaxzwPPz81IsFs08sd2Wlpakp6dHVlZWZHNzUwYHB81Qdau3loh4f39f9MEGAQhAAAIQcEGgu7tb9BFmO2poWoeqddN5Y50jtkPT/f39NcPZYY4TtkxLRBz2YJSDAAQgAAEIpIGA92YtvVFLpWvngVXUy8vLZkh6e3vbzBHr70ndOY2I05ARnAMEIAABCBwrAe/Hl7TXOzU1ZW7c8g9T699zc3PpH5o+VnocDAIQgAAEIJAhAvSIMxRMLgUCEIAABNqPACJuv5hxxhCAAAQgkCECiDhDweRSIAABCECg/Qgg4vaLGWcMAQhAAAIZIoCIMxRMLgUCEIAABNqPACJuv5hxxhCAAAQgkCECiDhDweRSIAABCECg/Qgg4vaLGWcMAQhAAAIZIpAbEdtvR7nqqquqX2Nmv+JM47m4uFgNq/eLvW2Zq6++WmZmZuTChQum3MTERGJrU7ZLfu3s7NQw0fO231CjXw9n1/rU55WjrmKiWz2+119/fc2Xrmvdq6urMjIyIg888EA1Pt5vwPFz0mM8+uijZk1RXSnFfm3dDTfcUHOe11xzjSmjm/3GHP39zJkz1dzQ75nVr7Xz7pvUF76nKd7ebxHyM/HG0C6kfu7cueo6rf7v77XX5c8T7yLs9nj6Rfr6Zft2oXYboyRXvEkT91aeizdOtl5vbnu/2tFf1l+u3uspyeUAW8mhnerKjYg1KPYrzbRB1QWe7WLP+h2j9ntGbcOg/7cLQnuFovV4G4+kFopupySy5+ptiL0i9n6Pq5+dv1Gwi297F+r2NsZal/7PytbLyR87LaubvolaWFiQ8fFx8xV2jerwn6euxvLII4/I7bffLldeeaXYZdK8q7O0Y5yinLP/O3j97Cxjfa2ocL2cvSL2Pu8td/nll5s3Q7q/97V0VJyjnH9ey9o3kirNo9o07+tPWXn/bvR6SmL1obzGyV53rkRsE0sbV11nUpPOrj/pXfjZ21D4e3YWnDfR855ER4nY39PVsl52/i9e1//rC72RiBv1uuw5aH0PPvigfPCDHzRLl9melncR8EZvpPx1+yVk37jl6c2Xl0k9aXpjGVbEXv4vfvGL64q40bJ0vNbCEfC3T41ec34R+1939V5Pecr/cLTjl8qViBsNw9iesuLUL/7WzTbcR4lYG+p6PbP4YWmPGo4Sl32Bv+pVr7qkJ9lIst7GotEbHT1mo56pxsM7xeAd3rSxt1MK9aTqr1vr09EQ2/DkVcSW97Of/exLpOmdQtjb26tOJ3hHMfyCDiNi2zuzIyTt8YpIz1m2QsTeKSG9MqYLkotvbkTsffHr8KTO9549e7buPK+3cdFlr/xD07ZXh4gfr75heeyxx2qGJa2Ig3rE3tT2zwvb3rG3zFEi9spf5xp1vqveMFqj3pa/bl0UvFAoVBcKz7uIdUjez8D7Zkzj5x1ZsnFrRsT0iOM1+q0QsW379M30Ua+neGfK3kogNyKu19upN9doe8e2EfcP3di0adSry1NaHdUIN1rr86j5dVvfW9/61uq0gX8+tpGI/fVqfLR3bJc288bFf1OX/Z+3bp0T9g5n57WH5uftfz1YYd54443VqQD/0GUzImaOOF5LElfEd9xxh3z5y1+uzt0f9XqKd6bsnTsR15sn1LuodfirXC5XM6LeXb3+nhUi/v83v1mmv/jFL2oW1q53E0i9u6a9L8NG637WuwvUe+et1lGvB2WFq/cB3Hnnneb8jhpi80pHy+ld229/+9vNNW5ubpp983a3fJCI7RsUja33jlv/SIf3Zq1GQ9PcNR1fSt41dr3tWNQ5YhWxvpEtFos1I0Leu6jjny01WAK56RET8tYTCLpxKsoR7fxuHj4iFIVLmstq465vYBsJOM3nzrlBIE0EEHGaotFm59JKEbfZpXO6EIAABFpGABG3DCUVQQACEIAABKITQMTRmbEHBCAAAQhAoGUEEHHLUFIRBCAAAQhAIDoBRBydGXtAAAIQgAAEWkYAEbcMJRVBAAIQgAAEohNAxNGZsQcEIAABCECgZQQQcctQUhEEIAABCEAgOgFEHJ0Ze0AAAhCAAARaRgARtwwlFUEAAhCAAASiE6iK+Pe///0Dl1122XXRq2APCEAAAhCAAASaJXDx4sX/+V/cY7wa/ej6vAAAAABJRU5ErkJggg=="/>
          <p:cNvSpPr>
            <a:spLocks noChangeAspect="1" noChangeArrowheads="1"/>
          </p:cNvSpPr>
          <p:nvPr/>
        </p:nvSpPr>
        <p:spPr bwMode="auto">
          <a:xfrm>
            <a:off x="609600" y="609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9" name="AutoShape 6" descr="data:image/png;base64,iVBORw0KGgoAAAANSUhEUgAAAeIAAAEiCAYAAAAlAdEXAAAAAXNSR0IArs4c6QAAIABJREFUeF7tnX1oLFfd+L/Fl9RiTCW9KBfxiopSwUs1QXGV2tL7lFRdSw1aSzSY1LjVq4nxNUTzVzRs1ccYteIabDCo8S02Em2L5toHwWgxaChGjCgSKiH0NtJ6pSb4cp/f9/w4+8zO3c3M7OzkzM58BpYkmzNnZj7f757PnnNm91wmbBCAAAQgAAEIOCNwmR754YcfvvjEE084OwkODAEIQAACEMgjgYsXL/6PEfH29vbFF73oRXlkwDVDAAIQgAAEnBH4wx/+IIjYGX4ODAEIQAACeSeAiPOeAVw/BCAAAQg4JYCIneLn4BCAAAQgkHcCiDjvGcD1QwACEICAUwKI2Cl+Dg4BCEAAAnkngIjzngFcPwQgAAEIOCWAiJ3i5+AQgAAEIJB3Aog47xnA9UMAAhCAgFMCiNgpfg4OAQhAAAJ5J4CI854BXD8EIAABCDglgIid4ufgEIAABCCQdwKIOO8ZwPVDAAIQgIBTAojYKX4ODgEIQAACeSeAiPOeAVw/BCAAAQg4JYCIneLn4BCAAAQgkHcCiDjvGcD1QwACEICAUwKI2Cl+Dt5uBB566CEpl8vmtJ/1rGfJ2972Nnn5y18ul11mlvWuu/3yl7+U7373u/LXv/5VDg8PTZlnPOMZUigUpFgsyjOf+czqfo8//rhMT0/LS17yEhkeHpZ//vOf8sUvflEuXLggH/rQh+Rf//qXfPOb35Sf//zn0tHRIa9//evlDW94gzzlKU8xddx9993yu9/9TqampqSrq8scb25uTv7zn//I+9//frn88surz2n5sbExeeCBB2RxcVGe9KQnyenTp2VkZESuvPJKU5//fHZ3d+WTn/yknDlzRm655RbRBuRrX/ua/PnPfzY8hoaG5KUvfemRPNot5pwvBJImgIiTJkz9mSKws7NjRPT3v//dXNcVV1whk5OT8vznP7/hdd5///1GdPU2lfCHP/xhed7znldXfPrkr371KyNYFaQKXc/Bu918883ylre8xcivkYitdFXeVq4veMEL5F3vepf85Cc/qTm/V7/61eZ5lbtfxP/+97/lq1/9qjz22GPymte8Rubn56tvLvQYWv9HPvIRufrqqzMVdy4GAkkSQMRJ0qXuzBJQIWlPUsV3xx13yLXXXnukiO+55x4j7FOnTsnFixflb3/7m/zwhz+U++67z+x7++23mx6pX3xaqZa98847zU99A6A9Ze1Naw/7s5/9rOklf+xjHzO92HvvvVd++tOfVnvEfunqMR599FH5xCc+YXq/Wpfd9vf35Qtf+II5hu1R1zsf7XF/7nOfM+LXY773ve+V5zznOfLrX//a9N71et7xjnfQK85s9nNhrSaAiFtNlPpyQ0B7pjMzM2aItq+vL7SIbcEnnnhCPvOZz8hTn/rU6rBxPfFp+dXVVVlaWpJbb71V3vjGN1Ylt7a2Jt/5zneMiFXy2vv2Sr+edI86b31jocPvH//4x+Wqq66q+8bgH//4h3kDoMPRExMT8sIXvtBckg6Dq8j1jYEdBs9NMnChEIhBABHHgMeu+SYQV8R2/vaRRx45sgeqlH/zm98YyWmv2opPn7dz1ipE7eF6RazD5t/61rfkwQcflHe/+92iQ87efer15FXEWt723uu9MdAevQ5P63yxzlvrcezmHxrPd4Zw9RAIRwARh+NEKQhUCegQsfZO9SYsleng4GBTPeJ6Im6EWY+nQ8If/ehH5elPf3q1mF/Ev/3tb83NZHpzlm46Z6s9aH3osLRuKmvtRfulrv8LI2Idutahcr2h7Lbbbqs5ZUTMCwUC0Qkg4ujM2CPHBPTu5U996lPypz/9qUrhzW9+sxmebrT5h4ttubAitkPYJ06cMDdRWaF6e7e2R2yHop/73Oeac9K5W3tHtZbXeeVPf/rTNfPK3vMOI+I//vGPZki+VCrJK1/5SkSc49cDl94aAoi4NRypJScEVKpf//rXzV3KOtSrUj558qS85z3vqRGeF0dcEe/t7Zk7tW+66SZ53eteV0Pa3yPWm8i093zu3Dl505veJK997WvNR6X0+e3tbfNRo4cffli8d1pHFfHPfvYzw8DOS/v39358KidpwWVCIBYBRBwLHzvniYC9e1nnRD/wgQ/Ik5/8ZPnSl74kf/nLX6p3LdfjcdTHl7S8itzepVxvf52z1c8C68ecXvayl5nhY71Jy7vZHrHt9c7Oztb02r1lX/GKV5je7NOe9jTztL++zs7OhnPEKvSvfOUror1iPWe9c1o/96zzxXYLup485QzXCoEwBBBxGEqUgcD/I6Cf51UhvvOd75TrrrvOMNGPC33ve9+rO99qocUVsfZwtReqPVAdag4SsR734OBAfvSjH5n9zp8/b4az9bPKN9xwg+nJe4ero4jYzg/rl4W8733vM8dBxLw8IBCPACKOx4+9IQABCEAAArEIIOJY+NgZAhCAAAQgEI8AIo7Hj70hAAEIQAACsQgg4lj42BkCEIAABCAQjwAijsePvSEAAQhAAAKxCCDiWPjYGQIQgAAEIBCPACKOx4+9IQABCEAAArEIIOJY+NgZAhCAAAQgEI8AIo7Hj70hAAEIQAACsQgg4lj42BkCEIAABCAQjwAijsePvSEAAQhAAAKxCCDiWPjYGQIQgAAEIBCPACKOx4+9IQABCEAAArEIIOJY+NgZAhCAAAQgEI8AIo7Hj70hAAEIQAACsQgg4lj42BkCEIAABNqVwM7OjszMzMjZs2fl9OnT1cvwrtE9ODgofX195n/1nn/ooYekXC5LZ2enWZf81KlTcnh4KN/4xjekv79fdO3uoA0RBxHi/xCAAAQgkDkC999/v6hEr7jiCrn22murItbn9H9jY2NycHAgs7OzMjQ0JI8//njd59fX16VQKJj/7+7uGmmrsHt7e2vkfhRARJy59OKCIAABCEAgLAG/NBv9vbGxUSNXW25ra6tGxCdPnhQtOzw8HPYUBBGHRkVBCEAAAhDIGoEwIla5am/X28vV/fR5fejQtP4cHR2VtbU1GRgYkI6OjtCoEHFoVBSEAAQgAIGsEQgSsQ5T6+YXsX3ezh9rmaWlJenp6ZGVlRXZ3NwU7/xy4kPT+/v7og82CEAAAhCAgAsC3d3doo+oW5CI7f8bDU3bm7x0blllbYem9UatSqUipVIp8IYtesRRo0Z5CEAAAhDIDAG/iL03a+3t7cnCwoKMj4+L3mFtb+LyPq93ReuNWsvLy2ZIent728wR6+9h75xGxJlJJy4EAhCAAATCElCpLi4uVotrT3Zqasr0Xr0fU5qYmKje/Vzvef2o0vz8vBSLxepHl+bm5o5/aDrshVMOAhCAAAQgAIFaAvSIyQgIQAACEICAQwKI2CF8Dg0BCEAAAhBAxOQABCAAAQhAwCEBROwQPoeGAAQgAAEIIGJyAAIQgAAEIOCQACJ2CJ9DQwACEIAABBAxOQABCEAAAhBwSAARO4TPoSEAAQhAAAKImByAAAQgAAEIOCSAiB3C59AQgAAEIAABREwOQAACEIAABBwSQMQO4XNoCEAAAhCAACImByAAAQhAIHcEdOnC6enp6hrCduUlBeFdZWlwcFD6+vpEl0csl8vS2dkpk5OT1ZWWwi51eBRgRJy79OOCIQABCOSbgC5dqEsVqmBPnz5t1hne3d2V4eFhI1y77vDBwYHMzs7K0NCQrK+vS6FQMGsPa1nd17+WcbNUEXGz5NgPAhCAAATakoDKtFKpSKlUMusP7+zsyMLCgoyPj8vy8rL09vbWrEGsf29tbdWIWNcv3tjYMPKOuyHiuATZHwIQgAAE2oqAv0fsFXM9Eat09aFD0/pzdHRU1tbWZGBgQDo6OmJfOyKOjZAKIAABCECg3QjYOV973ipYnSf2i1iHqXXToWi7LS0tSU9Pj6ysrMjm5qbYeeRmGbRExPv7+6IPNghAAAIQOB4CZyvnj+dADY5yV+mE0+P7D97d3S36aGbToenV1VUZGRkRvfmq3tC0ziXrpgLXOWI7NN3f318zzN3M8Vsi4mYOzD4QgAAEINA8gf/64M+b37kFe/7kv1/dglrcV2GHqVW09u5oe7PW3t5ede5Y55J1CFt7zDokvb29beaI9fe4d04jYvd5wBlAAAIQiEwAEUdGVrNDvY8o2QLe/01MTJgbt1TY8/PzUiwWqx9d0juvUz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4wVb1yCemZmRCxcumIrsKkv6e72VmXQd4nK5LJ2dnTI5OVldgSnuEoh6PEQcL5bsDQEIQMAJAUQcD7vKtre31yxxqFJeXV2VkZERs86wXY/44OBAZmdnZWhoSNbX16VQKJg1iXd3d83axd464pwNIo5Dj30hAAEIOCKAiOOB94tYRXvbbbddIldbbmtrq0bEJ0+elI2NDRkeHo53IvSIY/OjAghAAAJOCCDieNi1Zzs9PW16t9dcc42MjY1JR0dHXRGrdPWhQ9P6c3R0VNbW1mRgYMDsE3ejRxyXIPtDAAIQcEAAEceDrsPRn//85+Xmm28Wnee95ZZb6g436zC1bjoUbbelpSXp6emRlZUV2dzclMHBwZr/Rz2zloh4f39f9MEGAQhAAALHQ+Bs5fzxHKjBUe4qnXB6fP/Bu7u7RR9hNu0N27nfU6dOmXnfSqUipVJJlpeXq3PHWpd/Hlhv2tJetB2a7u/vr+7b1dUV5vCXlGmJiJs6MjtBAAIQgEDTBOgRN43OiNcrYu0dLywsyPj4uLlxy96stbe3V31eJav7qah1SFpv6tI5Yv097p3TiLj5WLInBCAAAWcEEHE89PbjSLaWRh9fss8fHh7K/Py8FIvF6keX5ubm0j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mw+2Lmc4PT1t1hW2m64vPDU1Jbrcoa5BvLa2Zv41ODgofX19Yldr6uzslMnJyeoKTHGXQNRjIOLmY8meEIAABJwRQMStQ6+S1bWFh4eHjXDtesQHBwfVdYvX19elUCiYNYlV4CpnFXZvb6+cPn061skg4lj42BkCEICAGwKIuHXcvUL1y9X+vbW1VSNi7UFbecc9E0QclyD7QwACEHBAABG3BvrOzo6srq7KyMiIdHR0XNLLVRGrdPVRLpfNz9HRUTN0PTAwYPaJuyHiuATZHwIQgIADAoi4NdB1GFo3HWrWzd8j9v9fyywtLUlPT4+srKzI5uZmdR652TNqiYj39/dFH2wQgAAEIHA8BM5Wzh/PgRoc5a7SCafH9x+8u7tb9BFl0/neSqUipVLJ3KRVT8R+Mescss4R26Hp/v7+S+qIcg5atiUijnpQykMAAhCAQDwC9Ijj8dO9tberUtWbtOzmvVlrb29PFhYWZHx83Ihaxb28vGyGpLe3t80csf4e985pRBw/ltQAAQhA4NgJIOJ4yA8PD2Vubs4MSfvvevZ+fGliYsL8X8vPz89LsVisfnRJ90/N0HQ8HOwNAQhAAAJRCSDiqMTSW54ecXpjw5lBAAIQaEgAEWcnORBxdmLJlUAAAjkigIizE2xEnJ1YciUQgECOCCDi7AQbEWcnllwJBCCQIwKIODvBRsTZiSVXAgEI5IgAIs5OsBFxdmLJlUAAAjkigIizE2xEnJ1YciUQgECOCCDi7AQbEWcnllwJBCCQIwKIODvBRsTZiSVXAgEI5IgAIs5OsBFxdmLJlUAAAjkigIizE2xEnJ1YciUQgECOCCDi7AQbEWcnllwJBCCQIwKIODvBRsTZiSVXAgEI5IgAIo4fbF0GcXFx0VR05syZ6nKI3tWXBgcHzQpNujxiuVyWzs5OmZycrK7AFHcJRD02Io4fS2qAAAQgcOwEEHE85N51hzs6OqqVeZ8/ODiQ2dlZGRoakvX1dSkUCmZNYl3DWOWswu7t7b1kGcWoZ4aIoxKjPAQgAIEUEEDE8YLQSKL+5+3fW1tbNSI+efKkbGxsVHvRcc4GEcehx74QgAAEHBFAxM2DPzw8lLm5Odnc3KxWYoeg64lYpasPHZrWn6Ojo7K2tiYDAwPi7U03e0aIuFly7AcBCEDAIQFE3Dx8FfH8/LwUi0Uz17uzsyMLCwsyPj4uy8vLNcPNOo+smw5F221paUl6enpkZWXFyNxKvNkzaomI9/f3RR9sEIAABCBwPATOVs4fz4EaHOWu0gmnx/cfvLu7W/QRZvOL2Pv3uXPnakTs7yHrHLLOEduh6f7+fqlUKlIqlaSrqyvM4S8p0xIRN3VkdoIABCAAgaYJ0CNuGp3ZUQWrMrV3RGvPd2xsTLa3t8X+vre3V+0pq2T1Ri3tMeuQtJbTOWL9Pe6d04g4XizZGwIQgIATAog4HnaV6vT0tOndej+SZCWtc8C6TUxMmLui6/Wi7TxzKoam4+FgbwhAAAIQiEoAEUcllt7y9IjTGxvODAIQgEBDAog4O8mBiLMTS64EAhDIEQFEnJ1gI+LsxJIrgQAEckQAEWcn2Ig4O7HkSiAAgRwRQMTZCTYizk4suRIIQCBHBBBxdoKNiLMTS64EAhDIEQFEnJ1gI+LsxJIrgQAEckQAEWcn2Ig4O7HkSiAAgRwRQMTZCTYizk4suRIIQCBHBBBxdoKNiLMTS64EAhDIEQFEnJ1gI+LsxJIrgQAEckQAEWcn2Ig4O7HkSiAAgRwRQMTZCTYizk4suRIIQCBHBBBxvGDrUoeLi4vVSuwqS/qELpFoV1+yKyvpOsTlcrlmpSZdkSnuEoh6PEQcL5bsDQEIQMAJAUQcD7uKWDddj9i7qXDtesQHBwcyOzsrQ0NDsr6+LoVCwaxJrEsn6n4q7N7eXrNMYpwNEcehx74QgAAEHBFAxPHANxKxX672762trRoRnzx5UjY2NmR4eDjeidAjjs2PCiAAAQg4IYCI42H3Dk2rVKempqSrq+uSXq6KWP+vDx2a1p+jo6Nm6HpgYEA6OjrinQgijs2PCiAAAQg4IYCIW4ddpaxD0mNjY2bO1zvcXK/nvLS0JD09PbKysiKbm5ti55GbPaOWDE3v7++LPtKyna2cd3oqd5VOOD0+B4cABLJPgHauNsbd3d2ij2a2nZ0dWV1dlZGRkUtE7B+qVmHrHLEdmu7v75dKpSKlUsn0qJvZWiLiZg6c5D68U0ySLnVDAAJpIEA717ooaK9X5arzvd6btfb29mRhYUHGx8eNZPVGreXlZTMkvb29beaI9fe4d04j4tbFslrTT/771QnUSpUQgAAE/o8AIm4+G1So09PTRr66XXPNNWZY2s73ej++ZD/WpB9Vmp+fl2KxKKdOnRL9e25uLj1D083jSGZPEjQZrtQKAQikhwDtXHpiEfdM6BHHJVhnf3rECUClSghAoIYAIs5OQiDiBGKJiBOASpUQgAAizmgOIOIEAouIE4BKlRCAACLOaA4g4gQCi4gTgEqVEIAAIs5oDiDiBAKLiBOASpUQgAAizmgOIOIEAouIE4BKlRCAACLOaA4g4gQCi4gTgEqVEIAAIs5oDiDiBAKLiBOASpUQgAAizmgOIOIEAouIE4BKlRCAACLOaA4g4gQCi4gTgEqVEIAAIs5oDiDiBAKLiBOASpUQgAAizmgOIOIEAouIE4BKlRCAACLOaA4g4gQCi4gTgEqVEIAAIk4gB3QJxHvuuUcmJyfNqkq6eVdfGhwclL6+PrM8Yrlcls7OzmpZXYEp7hKIejxEnEBgEXECUKkSAhBAxC3OgZ2dHfn2t79tar311luNiL3rER8cHMjs7KwMDQ3J+vq6FAoFsyaxLp+oclZh9/b2yunTp2OdGSKOha/+zog4AahUCQEIIOIW5oBdX/jGG2+UH//4x9V1hv1ytX9vbW3ViPjkyZOysbEhw8PDsc8KEcdGeGkFiDgBqFQJAQgg4hbmgPZ8tWd7/fXXy/z8/JEiVunqQ4em9efo6Kisra3JwMCAdHR0xD4rRBwbISJOACFVQgACAQRYj7j5FNHh5UqlIqVSSS6//PIjRaxzyLrpULTdlpaWpKenR1ZWVmRzc1PsPHKzZ9QSEe/v74s+0rKdrZx3eip3lU44PX7aD+46PsqHGKU9Szi/IAKuX0dpew11d3eLPsJsOjc8MzMjFy5cqBa3N2GdO3euZt7XP1Rte9J2aLq/v78q9a6urjCHv6RMS0Tc1JET3Il3ignCbUHVruOjl8D0QQsCSRVOCbh+HWXlNWTniovF4iU3a+3t7cnCwoKMj4+LSlZ70svLy2ZIent728wR6+9x75xGxAm8lLKSoAmgMVW6bkAQcVKRpd7jJOD6dZSVds4vYo2h9+NLExMT5q5ofzn9e25uLj1D08eZfGGORYKGoeSujOv4IGJ3sefIrSPg+nWUFRG3LiLN10SPuHl2DfckQY+G6roBQcQJJD1VHjsB168j2rnWhRwRt45ltSYSFBEnkFZUCYEaAog4OwmBiBOIJSJGxAmkFVVCABFnNAcQcQKBRcSIOIG0okoIIOKM5gAiTiCwiBgRJ5BWVAkBRJzRHEDECQQWESPiBNKKKiGAiDOaA4g4gcAiYkScQFpRJQQQcUZzABEnEFhEjIgTSCuqhAAizmgOIOIEAouIEXECaUWVEEDEGc0BRJxAYBExIk4gragSAog4ozmAiBMILCJGxAmkFVVCABFnNAcQcQKBRcSIOIG0OtYqXX9rk14sr6N0v46IT+tekoi4dSyrNZGg6W5AaOSDkx4RBzNyXcJ1jNq9nfOuSaxrC09NTZmlDnXzrr40ODgofX19ousQl8tlsesWnzp1yqzIFHcJRD0eIk7g1dTuCZoAklQNqSHi4Ai7buSJUfpj1O7t3A9+8AO57rrrjHzvv/9+A9wKV/8eGxuTg4MDmZ2dlaGhIVlfX5dCoWDWJN7d3TVlVdi9vb1mmcQ4GyKOQ6/Bvu2eoAkgQcRJQ21x/Yi4xUATqM51jLLUznmF6per/Xtra6tGxNqL3tjYkOHh4djRRcSxEV5aQZYSNAE84roBobcVHFViFMzIdQnXMWr3ds47NH3mzJmqUOuJWKWrDx2a1p+jo6OytrYmAwMD0tHRETsVEHFshIg4KkLXDQgiDo4YMQpm5LqE6xi1u4i98dOhaB1u1t6tX8TeYWu7z9LSkvT09MjKyopsbm6KnUduNidaIuL9/X3RR1q2s5XzTk/lrtIJp8dP+8Fdx0f5EKOjs4QYpf1VJOI6Rml7DXV3d4s+mtm0d7y6uiojIyPm5ivvvK9fzHrTlkrbDk339/dLpVKRUqlUvdkr6jm0RMRRD5p0ed4pJk04Xv2u40OPODh+xCiYkesSrmPUzj1ivdv5vvvuk5tuuskMLXt7xCpae7PW3t6eLCwsyPj4uJGs3qi1vLxshqS3t7fNHLH+HvfOaUScwKupnRM0ARyXVOm6AUHEwVEmRsGMXJdwHaN2b+dUtouLiyaMR318aWJiwtwVrfKen5+XYrEo9qNLc3Nz6Rmadp2Q/uOToGmLSO35uI4PIg7OD2IUzMh1CdcxancRu46f9/j0iBOIBgl6NFTXDQgiDk56YhTMyHUJ1zGinWtdBiDi1rGs1kSCIuIE0upYq3TdyPNmKTjc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lG7t3O6BvHMzIxcuHDhyNWXBgcHpa+vT3R5xHK5LJ2dnTI5OVldgSnuEogaaUQcnO+RS7R7gka+4Ig7uG5AaOSDA0aMghm5LuE6Ru3ezi0tLUmhUDBCvfvuu42MrXDtesQHBwcyOzsrQ0NDsr6+bsrrmsS7u7umrO7X29trlkmMsyHiOPQa7NvuCZoAkpoqXTcgiDg4wsQomJHrEq5jlKV2TsWrch0eHr5Erla2W1tbNSJWcW9sbJh94m6IOC7BOvtnKUETwCOuGxBEHBxVYhTMyHUJ1zHKUjvn7dn6e7m2t6zi1aFp/Tk6Oipra2syMDAgHR0dsVMBEcdGeGkFWUrQBPAg4iSgtrhO1408b5aCA+o6Rllp53Tu19uz9YtYe8u66VC03XRYu6enR1ZWVmRzc1PsPHJw1Ope/pNcAAANnElEQVSXaImI9/f3RR9p2c5Wzjs9lbtKJ5weP+0Hdx0f5UOMjs4SYpT2V5GI6xil7TXU3d0t+oiy6Q1bCwsLMj4+Ll1dXWbXej1i7zywiluHse3QdH9/v1QqFSmVStU6opyDlm2JiKMeNOnyvFNMmnC8+l3Hh95WcPyIUTAj1yVcx6jde8Qq1MXFRZmamqoRqD5vb9ba29urEbXeqLW8vGyGpLe3t01PWn+Pe+c0Ik7g1dTuCZoAkpoqXTcgiDg4wsQomJHrEq5j1M7t3OHhoczNzZlhZbtpD9dKWXvFOges28TEhLkrWveZn5+XYrFY/eiSrSMVQ9OuE9J/fBI0bRGpPR/X8UHEwflBjIIZuS7hOkbtLGLXsfMfnx5xAhEh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ykI7p+sRz8zMyNmzZ80KS3bzrr5kV1bS5RHL5bJ0dnbK5ORkdQWmuEsg6jERcXC+Ry6RhQSNfNERdnDdgNDIBweLGAUzcl3CdYzavZ3TNYdVrldccYVce+21VRF71yM+ODiQ2dlZGRoakvX1dSkUCqJrEu/u7kpfX5+osHt7e2sk3kxeIOJmqAXs0+4JmgCSmipdNyCIODjCxCiYkesSrmOUlXbOL9NGf29tbdWIWNcv3tjYkOHh4dipgIhjI7y0gqwkaAJoTJWuGxBEHBxZYhTMyHUJ1zHKSjsXRsQqXX3o0LT+HB0dlbW1NRkYGJCOjo7YqYCIYyNExFERum5AEHFwxIhRMCPXJVzHKC8i1iFs3XQo2m5LS0vS09MjKysrsrm5KXYeudmcaImI9/f3RR9p2c5Wzjs9lbtKJ5weP+0Hdx0f5UOMjs4SYpT2V5GI6xil7TXU3d0t+oi6hekRe+eBdQ5Z54jt0HR/f79UKhUplUrS1dUV9fCmfEtE3NSRE9yJd4oJwm1B1a7jQ484OIjEKJiR6xKuY5TVHrH3Zq29vT1ZWFiQ8fFxI1m9UWt5edkMSW9vb5s5Yv097p3TiDiBV1NWEjQBNKZK1w0IIg6OLDEKZuS6hOsYtXs7p0POi4uL1TBqD3dqasoI1/vxpYmJCXNX9OHhoczPz0uxWKx+dGlubi49Q9OuE9J/fBI0bRGpPR/X8UHEwflBjIIZuS7hOkbtLmLX8fMenx5xAtEg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avd2Tpc0nJ6eNmsLd3Z2yuTkpFlVSZdBLJfLNc/pyktxlzo8KqKIODjfI5do9wSNfMERd3DdgNDIBweMGAUzcl3CdYzavZ3TpQ516cO+vj4jX10WcWxsTL7//e9LoVAwaw+rpPX/Wra3t9csh5jEhogToNruCZoAkpoqXTcgiDg4wsQomJHrEq5j1M7tnEq2UqlIqVQy6w97/7733ntrRKyy3tjYkOHh4cRCjogTQNvOCZoAjkuqdN2AIOLgKBOjYEauS7iOUTu3c/VEPDs7K0NDQ0bKOjStAh4dHZW1tTUZGBiQjo6OxEKOiBNA284JmgAORHwcUFt8DNeNPG+WggPqOkbt3M75RaxzwPPz81IsFs08sd2Wlpakp6dHVlZWZHNzUwYHB81Qdau3loh4f39f9MEGAQhAAAIQcEGgu7tb9BFmO2poWoeqddN5Y50jtkPT/f39NcPZYY4TtkxLRBz2YJSDAAQgAAEIpIGA92YtvVFLpWvngVXUy8vLZkh6e3vbzBHr70ndOY2I05ARnAMEIAABCBwrAe/Hl7TXOzU1ZW7c8g9T699zc3PpH5o+VnocDAIQgAAEIJAhAvSIMxRMLgUCEIAABNqPACJuv5hxxhCAAAQgkCECiDhDweRSIAABCECg/Qgg4vaLGWcMAQhAAAIZIoCIMxRMLgUCEIAABNqPACJuv5hxxhCAAAQgkCECiDhDweRSIAABCECg/Qgg4vaLGWcMAQhAAAIZIpAbEdtvR7nqqquqX2Nmv+JM47m4uFgNq/eLvW2Zq6++WmZmZuTChQum3MTERGJrU7ZLfu3s7NQw0fO231CjXw9n1/rU55WjrmKiWz2+119/fc2Xrmvdq6urMjIyIg888EA1Pt5vwPFz0mM8+uijZk1RXSnFfm3dDTfcUHOe11xzjSmjm/3GHP39zJkz1dzQ75nVr7Xz7pvUF76nKd7ebxHyM/HG0C6kfu7cueo6rf7v77XX5c8T7yLs9nj6Rfr6Zft2oXYboyRXvEkT91aeizdOtl5vbnu/2tFf1l+u3uspyeUAW8mhnerKjYg1KPYrzbRB1QWe7WLP+h2j9ntGbcOg/7cLQnuFovV4G4+kFopupySy5+ptiL0i9n6Pq5+dv1Gwi297F+r2NsZal/7PytbLyR87LaubvolaWFiQ8fFx8xV2jerwn6euxvLII4/I7bffLldeeaXYZdK8q7O0Y5yinLP/O3j97Cxjfa2ocL2cvSL2Pu8td/nll5s3Q7q/97V0VJyjnH9ey9o3kirNo9o07+tPWXn/bvR6SmL1obzGyV53rkRsE0sbV11nUpPOrj/pXfjZ21D4e3YWnDfR855ER4nY39PVsl52/i9e1//rC72RiBv1uuw5aH0PPvigfPCDHzRLl9melncR8EZvpPx1+yVk37jl6c2Xl0k9aXpjGVbEXv4vfvGL64q40bJ0vNbCEfC3T41ec34R+1939V5Pecr/cLTjl8qViBsNw9iesuLUL/7WzTbcR4lYG+p6PbP4YWmPGo4Sl32Bv+pVr7qkJ9lIst7GotEbHT1mo56pxsM7xeAd3rSxt1MK9aTqr1vr09EQ2/DkVcSW97Of/exLpOmdQtjb26tOJ3hHMfyCDiNi2zuzIyTt8YpIz1m2QsTeKSG9MqYLkotvbkTsffHr8KTO9549e7buPK+3cdFlr/xD07ZXh4gfr75heeyxx2qGJa2Ig3rE3tT2zwvb3rG3zFEi9spf5xp1vqveMFqj3pa/bl0UvFAoVBcKz7uIdUjez8D7Zkzj5x1ZsnFrRsT0iOM1+q0QsW379M30Ua+neGfK3kogNyKu19upN9doe8e2EfcP3di0adSry1NaHdUIN1rr86j5dVvfW9/61uq0gX8+tpGI/fVqfLR3bJc288bFf1OX/Z+3bp0T9g5n57WH5uftfz1YYd54443VqQD/0GUzImaOOF5LElfEd9xxh3z5y1+uzt0f9XqKd6bsnTsR15sn1LuodfirXC5XM6LeXb3+nhUi/v83v1mmv/jFL2oW1q53E0i9u6a9L8NG637WuwvUe+et1lGvB2WFq/cB3Hnnneb8jhpi80pHy+ld229/+9vNNW5ubpp983a3fJCI7RsUja33jlv/SIf3Zq1GQ9PcNR1fSt41dr3tWNQ5YhWxvpEtFos1I0Leu6jjny01WAK56RET8tYTCLpxKsoR7fxuHj4iFIVLmstq465vYBsJOM3nzrlBIE0EEHGaotFm59JKEbfZpXO6EIAABFpGABG3DCUVQQACEIAABKITQMTRmbEHBCAAAQhAoGUEEHHLUFIRBCAAAQhAIDoBRBydGXtAAAIQgAAEWkYAEbcMJRVBAAIQgAAEohNAxNGZsQcEIAABCECgZQQQcctQUhEEIAABCEAgOgFEHJ0Ze0AAAhCAAARaRgARtwwlFUEAAhCAAASiE6iK+Pe///0Dl1122XXRq2APCEAAAhCAAASaJXDx4sX/+V/cY7wa/ej6vAAAAABJRU5ErkJggg=="/>
          <p:cNvSpPr>
            <a:spLocks noChangeAspect="1" noChangeArrowheads="1"/>
          </p:cNvSpPr>
          <p:nvPr/>
        </p:nvSpPr>
        <p:spPr bwMode="auto">
          <a:xfrm>
            <a:off x="762000" y="76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0" name="AutoShape 7" descr="data:image/png;base64,iVBORw0KGgoAAAANSUhEUgAAAeIAAAEiCAYAAAAlAdEXAAAAAXNSR0IArs4c6QAAIABJREFUeF7tnX1oLFfd+L/Fl9RiTCW9KBfxiopSwUs1QXGV2tL7lFRdSw1aSzSY1LjVq4nxNUTzVzRs1ccYteIabDCo8S02Em2L5toHwWgxaChGjCgSKiH0NtJ6pSb4cp/f9/w4+8zO3c3M7OzkzM58BpYkmzNnZj7f757PnnNm91wmbBCAAAQgAAEIOCNwmR754YcfvvjEE084OwkODAEIQAACEMgjgYsXL/6PEfH29vbFF73oRXlkwDVDAAIQgAAEnBH4wx/+IIjYGX4ODAEIQAACeSeAiPOeAVw/BCAAAQg4JYCIneLn4BCAAAQgkHcCiDjvGcD1QwACEICAUwKI2Cl+Dg4BCEAAAnkngIjzngFcPwQgAAEIOCWAiJ3i5+AQgAAEIJB3Aog47xnA9UMAAhCAgFMCiNgpfg4OAQhAAAJ5J4CI854BXD8EIAABCDglgIid4ufgEIAABCCQdwKIOO8ZwPVDAAIQgIBTAojYKX4ODgEIQAACeSeAiPOeAVw/BCAAAQg4JYCIneLn4BCAAAQgkHcCiDjvGcD1QwACEICAUwKI2Cl+Dt5uBB566CEpl8vmtJ/1rGfJ2972Nnn5y18ul11mlvWuu/3yl7+U7373u/LXv/5VDg8PTZlnPOMZUigUpFgsyjOf+czqfo8//rhMT0/LS17yEhkeHpZ//vOf8sUvflEuXLggH/rQh+Rf//qXfPOb35Sf//zn0tHRIa9//evlDW94gzzlKU8xddx9993yu9/9TqampqSrq8scb25uTv7zn//I+9//frn88surz2n5sbExeeCBB2RxcVGe9KQnyenTp2VkZESuvPJKU5//fHZ3d+WTn/yknDlzRm655RbRBuRrX/ua/PnPfzY8hoaG5KUvfemRPNot5pwvBJImgIiTJkz9mSKws7NjRPT3v//dXNcVV1whk5OT8vznP7/hdd5///1GdPU2lfCHP/xhed7znldXfPrkr371KyNYFaQKXc/Bu918883ylre8xcivkYitdFXeVq4veMEL5F3vepf85Cc/qTm/V7/61eZ5lbtfxP/+97/lq1/9qjz22GPymte8Rubn56tvLvQYWv9HPvIRufrqqzMVdy4GAkkSQMRJ0qXuzBJQIWlPUsV3xx13yLXXXnukiO+55x4j7FOnTsnFixflb3/7m/zwhz+U++67z+x7++23mx6pX3xaqZa98847zU99A6A9Ze1Naw/7s5/9rOklf+xjHzO92HvvvVd++tOfVnvEfunqMR599FH5xCc+YXq/Wpfd9vf35Qtf+II5hu1R1zsf7XF/7nOfM+LXY773ve+V5zznOfLrX//a9N71et7xjnfQK85s9nNhrSaAiFtNlPpyQ0B7pjMzM2aItq+vL7SIbcEnnnhCPvOZz8hTn/rU6rBxPfFp+dXVVVlaWpJbb71V3vjGN1Ylt7a2Jt/5zneMiFXy2vv2Sr+edI86b31jocPvH//4x+Wqq66q+8bgH//4h3kDoMPRExMT8sIXvtBckg6Dq8j1jYEdBs9NMnChEIhBABHHgMeu+SYQV8R2/vaRRx45sgeqlH/zm98YyWmv2opPn7dz1ipE7eF6RazD5t/61rfkwQcflHe/+92iQ87efer15FXEWt723uu9MdAevQ5P63yxzlvrcezmHxrPd4Zw9RAIRwARh+NEKQhUCegQsfZO9SYsleng4GBTPeJ6Im6EWY+nQ8If/ehH5elPf3q1mF/Ev/3tb83NZHpzlm46Z6s9aH3osLRuKmvtRfulrv8LI2Idutahcr2h7Lbbbqs5ZUTMCwUC0Qkg4ujM2CPHBPTu5U996lPypz/9qUrhzW9+sxmebrT5h4ttubAitkPYJ06cMDdRWaF6e7e2R2yHop/73Oeac9K5W3tHtZbXeeVPf/rTNfPK3vMOI+I//vGPZki+VCrJK1/5SkSc49cDl94aAoi4NRypJScEVKpf//rXzV3KOtSrUj558qS85z3vqRGeF0dcEe/t7Zk7tW+66SZ53eteV0Pa3yPWm8i093zu3Dl505veJK997WvNR6X0+e3tbfNRo4cffli8d1pHFfHPfvYzw8DOS/v39358KidpwWVCIBYBRBwLHzvniYC9e1nnRD/wgQ/Ik5/8ZPnSl74kf/nLX6p3LdfjcdTHl7S8itzepVxvf52z1c8C68ecXvayl5nhY71Jy7vZHrHt9c7Oztb02r1lX/GKV5je7NOe9jTztL++zs7OhnPEKvSvfOUror1iPWe9c1o/96zzxXYLup485QzXCoEwBBBxGEqUgcD/I6Cf51UhvvOd75TrrrvOMNGPC33ve9+rO99qocUVsfZwtReqPVAdag4SsR734OBAfvSjH5n9zp8/b4az9bPKN9xwg+nJe4ero4jYzg/rl4W8733vM8dBxLw8IBCPACKOx4+9IQABCEAAArEIIOJY+NgZAhCAAAQgEI8AIo7Hj70hAAEIQAACsQgg4lj42BkCEIAABCAQjwAijsePvSEAAQhAAAKxCCDiWPjYGQIQgAAEIBCPACKOx4+9IQABCEAAArEIIOJY+NgZAhCAAAQgEI8AIo7Hj70hAAEIQAACsQgg4lj42BkCEIAABCAQjwAijsePvSEAAQhAAAKxCCDiWPjYGQIQgAAEIBCPACKOx4+9IQABCEAAArEIIOJY+NgZAhCAAAQgEI8AIo7Hj70hAAEIQAACsQgg4lj42BkCEIAABNqVwM7OjszMzMjZs2fl9OnT1cvwrtE9ODgofX195n/1nn/ooYekXC5LZ2enWZf81KlTcnh4KN/4xjekv79fdO3uoA0RBxHi/xCAAAQgkDkC999/v6hEr7jiCrn22murItbn9H9jY2NycHAgs7OzMjQ0JI8//njd59fX16VQKJj/7+7uGmmrsHt7e2vkfhRARJy59OKCIAABCEAgLAG/NBv9vbGxUSNXW25ra6tGxCdPnhQtOzw8HPYUBBGHRkVBCEAAAhDIGoEwIla5am/X28vV/fR5fejQtP4cHR2VtbU1GRgYkI6OjtCoEHFoVBSEAAQgAIGsEQgSsQ5T6+YXsX3ezh9rmaWlJenp6ZGVlRXZ3NwU7/xy4kPT+/v7og82CEAAAhCAgAsC3d3doo+oW5CI7f8bDU3bm7x0blllbYem9UatSqUipVIp8IYtesRRo0Z5CEAAAhDIDAG/iL03a+3t7cnCwoKMj4+L3mFtb+LyPq93ReuNWsvLy2ZIent728wR6+9h75xGxJlJJy4EAhCAAATCElCpLi4uVotrT3Zqasr0Xr0fU5qYmKje/Vzvef2o0vz8vBSLxepHl+bm5o5/aDrshVMOAhCAAAQgAIFaAvSIyQgIQAACEICAQwKI2CF8Dg0BCEAAAhBAxOQABCAAAQhAwCEBROwQPoeGAAQgAAEIIGJyAAIQgAAEIOCQACJ2CJ9DQwACEIAABBAxOQABCEAAAhBwSAARO4TPoSEAAQhAAAKImByAAAQgAAEIOCSAiB3C59AQgAAEIAABREwOQAACEIAABBwSQMQO4XNoCEAAAhCAACImByAAAQhAIHcEdOnC6enp6hrCduUlBeFdZWlwcFD6+vpEl0csl8vS2dkpk5OT1ZWWwi51eBRgRJy79OOCIQABCOSbgC5dqEsVqmBPnz5t1hne3d2V4eFhI1y77vDBwYHMzs7K0NCQrK+vS6FQMGsPa1nd17+WcbNUEXGz5NgPAhCAAATakoDKtFKpSKlUMusP7+zsyMLCgoyPj8vy8rL09vbWrEGsf29tbdWIWNcv3tjYMPKOuyHiuATZHwIQgAAE2oqAv0fsFXM9Eat09aFD0/pzdHRU1tbWZGBgQDo6OmJfOyKOjZAKIAABCECg3QjYOV973ipYnSf2i1iHqXXToWi7LS0tSU9Pj6ysrMjm5qbYeeRmGbRExPv7+6IPNghAAAIQOB4CZyvnj+dADY5yV+mE0+P7D97d3S36aGbToenV1VUZGRkRvfmq3tC0ziXrpgLXOWI7NN3f318zzN3M8Vsi4mYOzD4QgAAEINA8gf/64M+b37kFe/7kv1/dglrcV2GHqVW09u5oe7PW3t5ede5Y55J1CFt7zDokvb29beaI9fe4d04jYvd5wBlAAAIQiEwAEUdGVrNDvY8o2QLe/01MTJgbt1TY8/PzUiwWqx9d0juvUz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4wVb1yCemZmRCxcumIrsKkv6e72VmXQd4nK5LJ2dnTI5OVldgSnuEoh6PEQcL5bsDQEIQMAJAUQcD7vKtre31yxxqFJeXV2VkZERs86wXY/44OBAZmdnZWhoSNbX16VQKJg1iXd3d83axd464pwNIo5Dj30hAAEIOCKAiOOB94tYRXvbbbddIldbbmtrq0bEJ0+elI2NDRkeHo53IvSIY/OjAghAAAJOCCDieNi1Zzs9PW16t9dcc42MjY1JR0dHXRGrdPWhQ9P6c3R0VNbW1mRgYMDsE3ejRxyXIPtDAAIQcEAAEceDrsPRn//85+Xmm28Wnee95ZZb6g436zC1bjoUbbelpSXp6emRlZUV2dzclMHBwZr/Rz2zloh4f39f9MEGAQhAAALHQ+Bs5fzxHKjBUe4qnXB6fP/Bu7u7RR9hNu0N27nfU6dOmXnfSqUipVJJlpeXq3PHWpd/Hlhv2tJetB2a7u/vr+7b1dUV5vCXlGmJiJs6MjtBAAIQgEDTBOgRN43OiNcrYu0dLywsyPj4uLlxy96stbe3V31eJav7qah1SFpv6tI5Yv097p3TiLj5WLInBCAAAWcEEHE89PbjSLaWRh9fss8fHh7K/Py8FIvF6keX5ubm0j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mw+2Lmc4PT1t1hW2m64vPDU1Jbrcoa5BvLa2Zv41ODgofX19Yldr6uzslMnJyeoKTHGXQNRjIOLmY8meEIAABJwRQMStQ6+S1bWFh4eHjXDtesQHBwfVdYvX19elUCiYNYlV4CpnFXZvb6+cPn061skg4lj42BkCEICAGwKIuHXcvUL1y9X+vbW1VSNi7UFbecc9E0QclyD7QwACEHBAABG3BvrOzo6srq7KyMiIdHR0XNLLVRGrdPVRLpfNz9HRUTN0PTAwYPaJuyHiuATZHwIQgIADAoi4NdB1GFo3HWrWzd8j9v9fyywtLUlPT4+srKzI5uZmdR652TNqiYj39/dFH2wQgAAEIHA8BM5Wzh/PgRoc5a7SCafH9x+8u7tb9BFl0/neSqUipVLJ3KRVT8R+Mescss4R26Hp/v7+S+qIcg5atiUijnpQykMAAhCAQDwC9Ijj8dO9tberUtWbtOzmvVlrb29PFhYWZHx83Ihaxb28vGyGpLe3t80csf4e985pRBw/ltQAAQhA4NgJIOJ4yA8PD2Vubs4MSfvvevZ+fGliYsL8X8vPz89LsVisfnRJ90/N0HQ8HOwNAQhAAAJRCSDiqMTSW54ecXpjw5lBAAIQaEgAEWcnORBxdmLJlUAAAjkigIizE2xEnJ1YciUQgECOCCDi7AQbEWcnllwJBCCQIwKIODvBRsTZiSVXAgEI5IgAIs5OsBFxdmLJlUAAAjkigIizE2xEnJ1YciUQgECOCCDi7AQbEWcnllwJBCCQIwKIODvBRsTZiSVXAgEI5IgAIs5OsBFxdmLJlUAAAjkigIizE2xEnJ1YciUQgECOCCDi7AQbEWcnllwJBCCQIwKIODvBRsTZiSVXAgEI5IgAIo4fbF0GcXFx0VR05syZ6nKI3tWXBgcHzQpNujxiuVyWzs5OmZycrK7AFHcJRD02Io4fS2qAAAQgcOwEEHE85N51hzs6OqqVeZ8/ODiQ2dlZGRoakvX1dSkUCmZNYl3DWOWswu7t7b1kGcWoZ4aIoxKjPAQgAIEUEEDE8YLQSKL+5+3fW1tbNSI+efKkbGxsVHvRcc4GEcehx74QgAAEHBFAxM2DPzw8lLm5Odnc3KxWYoeg64lYpasPHZrWn6Ojo7K2tiYDAwPi7U03e0aIuFly7AcBCEDAIQFE3Dx8FfH8/LwUi0Uz17uzsyMLCwsyPj4uy8vLNcPNOo+smw5F221paUl6enpkZWXFyNxKvNkzaomI9/f3RR9sEIAABCBwPATOVs4fz4EaHOWu0gmnx/cfvLu7W/QRZvOL2Pv3uXPnakTs7yHrHLLOEduh6f7+fqlUKlIqlaSrqyvM4S8p0xIRN3VkdoIABCAAgaYJ0CNuGp3ZUQWrMrV3RGvPd2xsTLa3t8X+vre3V+0pq2T1Ri3tMeuQtJbTOWL9Pe6d04g4XizZGwIQgIATAog4HnaV6vT0tOndej+SZCWtc8C6TUxMmLui6/Wi7TxzKoam4+FgbwhAAAIQiEoAEUcllt7y9IjTGxvODAIQgEBDAog4O8mBiLMTS64EAhDIEQFEnJ1gI+LsxJIrgQAEckQAEWcn2Ig4O7HkSiAAgRwRQMTZCTYizk4suRIIQCBHBBBxdoKNiLMTS64EAhDIEQFEnJ1gI+LsxJIrgQAEckQAEWcn2Ig4O7HkSiAAgRwRQMTZCTYizk4suRIIQCBHBBBxdoKNiLMTS64EAhDIEQFEnJ1gI+LsxJIrgQAEckQAEWcn2Ig4O7HkSiAAgRwRQMTZCTYizk4suRIIQCBHBBBxvGDrUoeLi4vVSuwqS/qELpFoV1+yKyvpOsTlcrlmpSZdkSnuEoh6PEQcL5bsDQEIQMAJAUQcD7uKWDddj9i7qXDtesQHBwcyOzsrQ0NDsr6+LoVCwaxJrEsn6n4q7N7eXrNMYpwNEcehx74QgAAEHBFAxPHANxKxX672762trRoRnzx5UjY2NmR4eDjeidAjjs2PCiAAAQg4IYCI42H3Dk2rVKempqSrq+uSXq6KWP+vDx2a1p+jo6Nm6HpgYEA6OjrinQgijs2PCiAAAQg4IYCIW4ddpaxD0mNjY2bO1zvcXK/nvLS0JD09PbKysiKbm5ti55GbPaOWDE3v7++LPtKyna2cd3oqd5VOOD0+B4cABLJPgHauNsbd3d2ij2a2nZ0dWV1dlZGRkUtE7B+qVmHrHLEdmu7v75dKpSKlUsn0qJvZWiLiZg6c5D68U0ySLnVDAAJpIEA717ooaK9X5arzvd6btfb29mRhYUHGx8eNZPVGreXlZTMkvb29beaI9fe4d04j4tbFslrTT/771QnUSpUQgAAE/o8AIm4+G1So09PTRr66XXPNNWZY2s73ej++ZD/WpB9Vmp+fl2KxKKdOnRL9e25uLj1D083jSGZPEjQZrtQKAQikhwDtXHpiEfdM6BHHJVhnf3rECUClSghAoIYAIs5OQiDiBGKJiBOASpUQgAAizmgOIOIEAouIE4BKlRCAACLOaA4g4gQCi4gTgEqVEIAAIs5oDiDiBAKLiBOASpUQgAAizmgOIOIEAouIE4BKlRCAACLOaA4g4gQCi4gTgEqVEIAAIs5oDiDiBAKLiBOASpUQgAAizmgOIOIEAouIE4BKlRCAACLOaA4g4gQCi4gTgEqVEIAAIs5oDiDiBAKLiBOASpUQgAAizmgOIOIEAouIE4BKlRCAACLOaA4g4gQCi4gTgEqVEIAAIk4gB3QJxHvuuUcmJyfNqkq6eVdfGhwclL6+PrM8Yrlcls7OzmpZXYEp7hKIejxEnEBgEXECUKkSAhBAxC3OgZ2dHfn2t79tar311luNiL3rER8cHMjs7KwMDQ3J+vq6FAoFsyaxLp+oclZh9/b2yunTp2OdGSKOha/+zog4AahUCQEIIOIW5oBdX/jGG2+UH//4x9V1hv1ytX9vbW3ViPjkyZOysbEhw8PDsc8KEcdGeGkFiDgBqFQJAQgg4hbmgPZ8tWd7/fXXy/z8/JEiVunqQ4em9efo6Kisra3JwMCAdHR0xD4rRBwbISJOACFVQgACAQRYj7j5FNHh5UqlIqVSSS6//PIjRaxzyLrpULTdlpaWpKenR1ZWVmRzc1PsPHKzZ9QSEe/v74s+0rKdrZx3eip3lU44PX7aD+46PsqHGKU9Szi/IAKuX0dpew11d3eLPsJsOjc8MzMjFy5cqBa3N2GdO3euZt7XP1Rte9J2aLq/v78q9a6urjCHv6RMS0Tc1JET3Il3ignCbUHVruOjl8D0QQsCSRVOCbh+HWXlNWTniovF4iU3a+3t7cnCwoKMj4+LSlZ70svLy2ZIent728wR6+9x75xGxAm8lLKSoAmgMVW6bkAQcVKRpd7jJOD6dZSVds4vYo2h9+NLExMT5q5ofzn9e25uLj1D08eZfGGORYKGoeSujOv4IGJ3sefIrSPg+nWUFRG3LiLN10SPuHl2DfckQY+G6roBQcQJJD1VHjsB168j2rnWhRwRt45ltSYSFBEnkFZUCYEaAog4OwmBiBOIJSJGxAmkFVVCABFnNAcQcQKBRcSIOIG0okoIIOKM5gAiTiCwiBgRJ5BWVAkBRJzRHEDECQQWESPiBNKKKiGAiDOaA4g4gcAiYkScQFpRJQQQcUZzABEnEFhEjIgTSCuqhAAizmgOIOIEAouIEXECaUWVEEDEGc0BRJxAYBExIk4gragSAog4ozmAiBMILCJGxAmkFVVCABFnNAcQcQKBRcSIOIG0OtYqXX9rk14sr6N0v46IT+tekoi4dSyrNZGg6W5AaOSDkx4RBzNyXcJ1jNq9nfOuSaxrC09NTZmlDnXzrr40ODgofX19ousQl8tlsesWnzp1yqzIFHcJRD0eIk7g1dTuCZoAklQNqSHi4Ai7buSJUfpj1O7t3A9+8AO57rrrjHzvv/9+A9wKV/8eGxuTg4MDmZ2dlaGhIVlfX5dCoWDWJN7d3TVlVdi9vb1mmcQ4GyKOQ6/Bvu2eoAkgQcRJQ21x/Yi4xUATqM51jLLUznmF6per/Xtra6tGxNqL3tjYkOHh4djRRcSxEV5aQZYSNAE84roBobcVHFViFMzIdQnXMWr3ds47NH3mzJmqUOuJWKWrDx2a1p+jo6OytrYmAwMD0tHRETsVEHFshIg4KkLXDQgiDo4YMQpm5LqE6xi1u4i98dOhaB1u1t6tX8TeYWu7z9LSkvT09MjKyopsbm6KnUduNidaIuL9/X3RR1q2s5XzTk/lrtIJp8dP+8Fdx0f5EKOjs4QYpf1VJOI6Rml7DXV3d4s+mtm0d7y6uiojIyPm5ivvvK9fzHrTlkrbDk339/dLpVKRUqlUvdkr6jm0RMRRD5p0ed4pJk04Xv2u40OPODh+xCiYkesSrmPUzj1ivdv5vvvuk5tuuskMLXt7xCpae7PW3t6eLCwsyPj4uJGs3qi1vLxshqS3t7fNHLH+HvfOaUScwKupnRM0ARyXVOm6AUHEwVEmRsGMXJdwHaN2b+dUtouLiyaMR318aWJiwtwVrfKen5+XYrEo9qNLc3Nz6Rmadp2Q/uOToGmLSO35uI4PIg7OD2IUzMh1CdcxancRu46f9/j0iBOIBgl6NFTXDQgiDk56YhTMyHUJ1zGinWtdBiDi1rGs1kSCIuIE0upYq3TdyPNmKTjc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lG7t3O6BvHMzIxcuHDhyNWXBgcHpa+vT3R5xHK5LJ2dnTI5OVldgSnuEogaaUQcnO+RS7R7gka+4Ig7uG5AaOSDA0aMghm5LuE6Ru3ezi0tLUmhUDBCvfvuu42MrXDtesQHBwcyOzsrQ0NDsr6+bsrrmsS7u7umrO7X29trlkmMsyHiOPQa7NvuCZoAkpoqXTcgiDg4wsQomJHrEq5jlKV2TsWrch0eHr5Erla2W1tbNSJWcW9sbJh94m6IOC7BOvtnKUETwCOuGxBEHBxVYhTMyHUJ1zHKUjvn7dn6e7m2t6zi1aFp/Tk6Oipra2syMDAgHR0dsVMBEcdGeGkFWUrQBPAg4iSgtrhO1408b5aCA+o6Rllp53Tu19uz9YtYe8u66VC03XRYu6enR1ZWVmRzc1PsPHJw1Ope/pNcAAANnElEQVSXaImI9/f3RR9p2c5Wzjs9lbtKJ5weP+0Hdx0f5UOMjs4SYpT2V5GI6xil7TXU3d0t+oiy6Q1bCwsLMj4+Ll1dXWbXej1i7zywiluHse3QdH9/v1QqFSmVStU6opyDlm2JiKMeNOnyvFNMmnC8+l3Hh95WcPyIUTAj1yVcx6jde8Qq1MXFRZmamqoRqD5vb9ba29urEbXeqLW8vGyGpLe3t01PWn+Pe+c0Ik7g1dTuCZoAkpoqXTcgiDg4wsQomJHrEq5j1M7t3OHhoczNzZlhZbtpD9dKWXvFOges28TEhLkrWveZn5+XYrFY/eiSrSMVQ9OuE9J/fBI0bRGpPR/X8UHEwflBjIIZuS7hOkbtLGLXsfMfnx5xAhEh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ykI7p+sRz8zMyNmzZ80KS3bzrr5kV1bS5RHL5bJ0dnbK5ORkdQWmuEsg6jERcXC+Ry6RhQSNfNERdnDdgNDIBweLGAUzcl3CdYzavZ3TNYdVrldccYVce+21VRF71yM+ODiQ2dlZGRoakvX1dSkUCqJrEu/u7kpfX5+osHt7e2sk3kxeIOJmqAXs0+4JmgCSmipdNyCIODjCxCiYkesSrmOUlXbOL9NGf29tbdWIWNcv3tjYkOHh4dipgIhjI7y0gqwkaAJoTJWuGxBEHBxZYhTMyHUJ1zHKSjsXRsQqXX3o0LT+HB0dlbW1NRkYGJCOjo7YqYCIYyNExFERum5AEHFwxIhRMCPXJVzHKC8i1iFs3XQo2m5LS0vS09MjKysrsrm5KXYeudmcaImI9/f3RR9p2c5Wzjs9lbtKJ5weP+0Hdx0f5UOMjs4SYpT2V5GI6xil7TXU3d0t+oi6hekRe+eBdQ5Z54jt0HR/f79UKhUplUrS1dUV9fCmfEtE3NSRE9yJd4oJwm1B1a7jQ484OIjEKJiR6xKuY5TVHrH3Zq29vT1ZWFiQ8fFxI1m9UWt5edkMSW9vb5s5Yv097p3TiDiBV1NWEjQBNKZK1w0IIg6OLDEKZuS6hOsYtXs7p0POi4uL1TBqD3dqasoI1/vxpYmJCXNX9OHhoczPz0uxWKx+dGlubi49Q9OuE9J/fBI0bRGpPR/X8UHEwflBjIIZuS7hOkbtLmLX8fMenx5xAtEg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avd2Tpc0nJ6eNmsLd3Z2yuTkpFlVSZdBLJfLNc/pyktxlzo8KqKIODjfI5do9wSNfMERd3DdgNDIBweMGAUzcl3CdYzavZ3TpQ516cO+vj4jX10WcWxsTL7//e9LoVAwaw+rpPX/Wra3t9csh5jEhogToNruCZoAkpoqXTcgiDg4wsQomJHrEq5j1M7tnEq2UqlIqVQy6w97/7733ntrRKyy3tjYkOHh4cRCjogTQNvOCZoAjkuqdN2AIOLgKBOjYEauS7iOUTu3c/VEPDs7K0NDQ0bKOjStAh4dHZW1tTUZGBiQjo6OxEKOiBNA284JmgAORHwcUFt8DNeNPG+WggPqOkbt3M75RaxzwPPz81IsFs08sd2Wlpakp6dHVlZWZHNzUwYHB81Qdau3loh4f39f9MEGAQhAAAIQcEGgu7tb9BFmO2poWoeqddN5Y50jtkPT/f39NcPZYY4TtkxLRBz2YJSDAAQgAAEIpIGA92YtvVFLpWvngVXUy8vLZkh6e3vbzBHr70ndOY2I05ARnAMEIAABCBwrAe/Hl7TXOzU1ZW7c8g9T699zc3PpH5o+VnocDAIQgAAEIJAhAvSIMxRMLgUCEIAABNqPACJuv5hxxhCAAAQgkCECiDhDweRSIAABCECg/Qgg4vaLGWcMAQhAAAIZIoCIMxRMLgUCEIAABNqPACJuv5hxxhCAAAQgkCECiDhDweRSIAABCECg/Qgg4vaLGWcMAQhAAAIZIpAbEdtvR7nqqquqX2Nmv+JM47m4uFgNq/eLvW2Zq6++WmZmZuTChQum3MTERGJrU7ZLfu3s7NQw0fO231CjXw9n1/rU55WjrmKiWz2+119/fc2Xrmvdq6urMjIyIg888EA1Pt5vwPFz0mM8+uijZk1RXSnFfm3dDTfcUHOe11xzjSmjm/3GHP39zJkz1dzQ75nVr7Xz7pvUF76nKd7ebxHyM/HG0C6kfu7cueo6rf7v77XX5c8T7yLs9nj6Rfr6Zft2oXYboyRXvEkT91aeizdOtl5vbnu/2tFf1l+u3uspyeUAW8mhnerKjYg1KPYrzbRB1QWe7WLP+h2j9ntGbcOg/7cLQnuFovV4G4+kFopupySy5+ptiL0i9n6Pq5+dv1Gwi297F+r2NsZal/7PytbLyR87LaubvolaWFiQ8fFx8xV2jerwn6euxvLII4/I7bffLldeeaXYZdK8q7O0Y5yinLP/O3j97Cxjfa2ocL2cvSL2Pu8td/nll5s3Q7q/97V0VJyjnH9ey9o3kirNo9o07+tPWXn/bvR6SmL1obzGyV53rkRsE0sbV11nUpPOrj/pXfjZ21D4e3YWnDfR855ER4nY39PVsl52/i9e1//rC72RiBv1uuw5aH0PPvigfPCDHzRLl9melncR8EZvpPx1+yVk37jl6c2Xl0k9aXpjGVbEXv4vfvGL64q40bJ0vNbCEfC3T41ec34R+1939V5Pecr/cLTjl8qViBsNw9iesuLUL/7WzTbcR4lYG+p6PbP4YWmPGo4Sl32Bv+pVr7qkJ9lIst7GotEbHT1mo56pxsM7xeAd3rSxt1MK9aTqr1vr09EQ2/DkVcSW97Of/exLpOmdQtjb26tOJ3hHMfyCDiNi2zuzIyTt8YpIz1m2QsTeKSG9MqYLkotvbkTsffHr8KTO9549e7buPK+3cdFlr/xD07ZXh4gfr75heeyxx2qGJa2Ig3rE3tT2zwvb3rG3zFEi9spf5xp1vqveMFqj3pa/bl0UvFAoVBcKz7uIdUjez8D7Zkzj5x1ZsnFrRsT0iOM1+q0QsW379M30Ua+neGfK3kogNyKu19upN9doe8e2EfcP3di0adSry1NaHdUIN1rr86j5dVvfW9/61uq0gX8+tpGI/fVqfLR3bJc288bFf1OX/Z+3bp0T9g5n57WH5uftfz1YYd54443VqQD/0GUzImaOOF5LElfEd9xxh3z5y1+uzt0f9XqKd6bsnTsR15sn1LuodfirXC5XM6LeXb3+nhUi/v83v1mmv/jFL2oW1q53E0i9u6a9L8NG637WuwvUe+et1lGvB2WFq/cB3Hnnneb8jhpi80pHy+ld229/+9vNNW5ubpp983a3fJCI7RsUja33jlv/SIf3Zq1GQ9PcNR1fSt41dr3tWNQ5YhWxvpEtFos1I0Leu6jjny01WAK56RET8tYTCLpxKsoR7fxuHj4iFIVLmstq465vYBsJOM3nzrlBIE0EEHGaotFm59JKEbfZpXO6EIAABFpGABG3DCUVQQACEIAABKITQMTRmbEHBCAAAQhAoGUEEHHLUFIRBCAAAQhAIDoBRBydGXtAAAIQgAAEWkYAEbcMJRVBAAIQgAAEohNAxNGZsQcEIAABCECgZQQQcctQUhEEIAABCEAgOgFEHJ0Ze0AAAhCAAARaRgARtwwlFUEAAhCAAASiE6iK+Pe///0Dl1122XXRq2APCEAAAhCAAASaJXDx4sX/+V/cY7wa/ej6vAAAAABJRU5ErkJggg=="/>
          <p:cNvSpPr>
            <a:spLocks noChangeAspect="1" noChangeArrowheads="1"/>
          </p:cNvSpPr>
          <p:nvPr/>
        </p:nvSpPr>
        <p:spPr bwMode="auto">
          <a:xfrm>
            <a:off x="914400" y="914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1" name="AutoShape 8" descr="data:image/png;base64,iVBORw0KGgoAAAANSUhEUgAAAeIAAAEiCAYAAAAlAdEXAAAAAXNSR0IArs4c6QAAIABJREFUeF7tnX1oLFfd+L/Fl9RiTCW9KBfxiopSwUs1QXGV2tL7lFRdSw1aSzSY1LjVq4nxNUTzVzRs1ccYteIabDCo8S02Em2L5toHwWgxaChGjCgSKiH0NtJ6pSb4cp/f9/w4+8zO3c3M7OzkzM58BpYkmzNnZj7f757PnnNm91wmbBCAAAQgAAEIOCNwmR754YcfvvjEE084OwkODAEIQAACEMgjgYsXL/6PEfH29vbFF73oRXlkwDVDAAIQgAAEnBH4wx/+IIjYGX4ODAEIQAACeSeAiPOeAVw/BCAAAQg4JYCIneLn4BCAAAQgkHcCiDjvGcD1QwACEICAUwKI2Cl+Dg4BCEAAAnkngIjzngFcPwQgAAEIOCWAiJ3i5+AQgAAEIJB3Aog47xnA9UMAAhCAgFMCiNgpfg4OAQhAAAJ5J4CI854BXD8EIAABCDglgIid4ufgEIAABCCQdwKIOO8ZwPVDAAIQgIBTAojYKX4ODgEIQAACeSeAiPOeAVw/BCAAAQg4JYCIneLn4BCAAAQgkHcCiDjvGcD1QwACEICAUwKI2Cl+Dt5uBB566CEpl8vmtJ/1rGfJ2972Nnn5y18ul11mlvWuu/3yl7+U7373u/LXv/5VDg8PTZlnPOMZUigUpFgsyjOf+czqfo8//rhMT0/LS17yEhkeHpZ//vOf8sUvflEuXLggH/rQh+Rf//qXfPOb35Sf//zn0tHRIa9//evlDW94gzzlKU8xddx9993yu9/9TqampqSrq8scb25uTv7zn//I+9//frn88surz2n5sbExeeCBB2RxcVGe9KQnyenTp2VkZESuvPJKU5//fHZ3d+WTn/yknDlzRm655RbRBuRrX/ua/PnPfzY8hoaG5KUvfemRPNot5pwvBJImgIiTJkz9mSKws7NjRPT3v//dXNcVV1whk5OT8vznP7/hdd5///1GdPU2lfCHP/xhed7znldXfPrkr371KyNYFaQKXc/Bu918883ylre8xcivkYitdFXeVq4veMEL5F3vepf85Cc/qTm/V7/61eZ5lbtfxP/+97/lq1/9qjz22GPymte8Rubn56tvLvQYWv9HPvIRufrqqzMVdy4GAkkSQMRJ0qXuzBJQIWlPUsV3xx13yLXXXnukiO+55x4j7FOnTsnFixflb3/7m/zwhz+U++67z+x7++23mx6pX3xaqZa98847zU99A6A9Ze1Naw/7s5/9rOklf+xjHzO92HvvvVd++tOfVnvEfunqMR599FH5xCc+YXq/Wpfd9vf35Qtf+II5hu1R1zsf7XF/7nOfM+LXY773ve+V5zznOfLrX//a9N71et7xjnfQK85s9nNhrSaAiFtNlPpyQ0B7pjMzM2aItq+vL7SIbcEnnnhCPvOZz8hTn/rU6rBxPfFp+dXVVVlaWpJbb71V3vjGN1Ylt7a2Jt/5zneMiFXy2vv2Sr+edI86b31jocPvH//4x+Wqq66q+8bgH//4h3kDoMPRExMT8sIXvtBckg6Dq8j1jYEdBs9NMnChEIhBABHHgMeu+SYQV8R2/vaRRx45sgeqlH/zm98YyWmv2opPn7dz1ipE7eF6RazD5t/61rfkwQcflHe/+92iQ87efer15FXEWt723uu9MdAevQ5P63yxzlvrcezmHxrPd4Zw9RAIRwARh+NEKQhUCegQsfZO9SYsleng4GBTPeJ6Im6EWY+nQ8If/ehH5elPf3q1mF/Ev/3tb83NZHpzlm46Z6s9aH3osLRuKmvtRfulrv8LI2Idutahcr2h7Lbbbqs5ZUTMCwUC0Qkg4ujM2CPHBPTu5U996lPypz/9qUrhzW9+sxmebrT5h4ttubAitkPYJ06cMDdRWaF6e7e2R2yHop/73Oeac9K5W3tHtZbXeeVPf/rTNfPK3vMOI+I//vGPZki+VCrJK1/5SkSc49cDl94aAoi4NRypJScEVKpf//rXzV3KOtSrUj558qS85z3vqRGeF0dcEe/t7Zk7tW+66SZ53eteV0Pa3yPWm8i093zu3Dl505veJK997WvNR6X0+e3tbfNRo4cffli8d1pHFfHPfvYzw8DOS/v39358KidpwWVCIBYBRBwLHzvniYC9e1nnRD/wgQ/Ik5/8ZPnSl74kf/nLX6p3LdfjcdTHl7S8itzepVxvf52z1c8C68ecXvayl5nhY71Jy7vZHrHt9c7Oztb02r1lX/GKV5je7NOe9jTztL++zs7OhnPEKvSvfOUror1iPWe9c1o/96zzxXYLup485QzXCoEwBBBxGEqUgcD/I6Cf51UhvvOd75TrrrvOMNGPC33ve9+rO99qocUVsfZwtReqPVAdag4SsR734OBAfvSjH5n9zp8/b4az9bPKN9xwg+nJe4ero4jYzg/rl4W8733vM8dBxLw8IBCPACKOx4+9IQABCEAAArEIIOJY+NgZAhCAAAQgEI8AIo7Hj70hAAEIQAACsQgg4lj42BkCEIAABCAQjwAijsePvSEAAQhAAAKxCCDiWPjYGQIQgAAEIBCPACKOx4+9IQABCEAAArEIIOJY+NgZAhCAAAQgEI8AIo7Hj70hAAEIQAACsQgg4lj42BkCEIAABCAQjwAijsePvSEAAQhAAAKxCCDiWPjYGQIQgAAEIBCPACKOx4+9IQABCEAAArEIIOJY+NgZAhCAAAQgEI8AIo7Hj70hAAEIQAACsQgg4lj42BkCEIAABNqVwM7OjszMzMjZs2fl9OnT1cvwrtE9ODgofX195n/1nn/ooYekXC5LZ2enWZf81KlTcnh4KN/4xjekv79fdO3uoA0RBxHi/xCAAAQgkDkC999/v6hEr7jiCrn22murItbn9H9jY2NycHAgs7OzMjQ0JI8//njd59fX16VQKJj/7+7uGmmrsHt7e2vkfhRARJy59OKCIAABCEAgLAG/NBv9vbGxUSNXW25ra6tGxCdPnhQtOzw8HPYUBBGHRkVBCEAAAhDIGoEwIla5am/X28vV/fR5fejQtP4cHR2VtbU1GRgYkI6OjtCoEHFoVBSEAAQgAIGsEQgSsQ5T6+YXsX3ezh9rmaWlJenp6ZGVlRXZ3NwU7/xy4kPT+/v7og82CEAAAhCAgAsC3d3doo+oW5CI7f8bDU3bm7x0blllbYem9UatSqUipVIp8IYtesRRo0Z5CEAAAhDIDAG/iL03a+3t7cnCwoKMj4+L3mFtb+LyPq93ReuNWsvLy2ZIent728wR6+9h75xGxJlJJy4EAhCAAATCElCpLi4uVotrT3Zqasr0Xr0fU5qYmKje/Vzvef2o0vz8vBSLxepHl+bm5o5/aDrshVMOAhCAAAQgAIFaAvSIyQgIQAACEICAQwKI2CF8Dg0BCEAAAhBAxOQABCAAAQhAwCEBROwQPoeGAAQgAAEIIGJyAAIQgAAEIOCQACJ2CJ9DQwACEIAABBAxOQABCEAAAhBwSAARO4TPoSEAAQhAAAKImByAAAQgAAEIOCSAiB3C59AQgAAEIAABREwOQAACEIAABBwSQMQO4XNoCEAAAhCAACImByAAAQhAIHcEdOnC6enp6hrCduUlBeFdZWlwcFD6+vpEl0csl8vS2dkpk5OT1ZWWwi51eBRgRJy79OOCIQABCOSbgC5dqEsVqmBPnz5t1hne3d2V4eFhI1y77vDBwYHMzs7K0NCQrK+vS6FQMGsPa1nd17+WcbNUEXGz5NgPAhCAAATakoDKtFKpSKlUMusP7+zsyMLCgoyPj8vy8rL09vbWrEGsf29tbdWIWNcv3tjYMPKOuyHiuATZHwIQgAAE2oqAv0fsFXM9Eat09aFD0/pzdHRU1tbWZGBgQDo6OmJfOyKOjZAKIAABCECg3QjYOV973ipYnSf2i1iHqXXToWi7LS0tSU9Pj6ysrMjm5qbYeeRmGbRExPv7+6IPNghAAAIQOB4CZyvnj+dADY5yV+mE0+P7D97d3S36aGbToenV1VUZGRkRvfmq3tC0ziXrpgLXOWI7NN3f318zzN3M8Vsi4mYOzD4QgAAEINA8gf/64M+b37kFe/7kv1/dglrcV2GHqVW09u5oe7PW3t5ede5Y55J1CFt7zDokvb29beaI9fe4d04jYvd5wBlAAAIQiEwAEUdGVrNDvY8o2QLe/01MTJgbt1TY8/PzUiwWqx9d0juvUz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4wVb1yCemZmRCxcumIrsKkv6e72VmXQd4nK5LJ2dnTI5OVldgSnuEoh6PEQcL5bsDQEIQMAJAUQcD7vKtre31yxxqFJeXV2VkZERs86wXY/44OBAZmdnZWhoSNbX16VQKJg1iXd3d83axd464pwNIo5Dj30hAAEIOCKAiOOB94tYRXvbbbddIldbbmtrq0bEJ0+elI2NDRkeHo53IvSIY/OjAghAAAJOCCDieNi1Zzs9PW16t9dcc42MjY1JR0dHXRGrdPWhQ9P6c3R0VNbW1mRgYMDsE3ejRxyXIPtDAAIQcEAAEceDrsPRn//85+Xmm28Wnee95ZZb6g436zC1bjoUbbelpSXp6emRlZUV2dzclMHBwZr/Rz2zloh4f39f9MEGAQhAAALHQ+Bs5fzxHKjBUe4qnXB6fP/Bu7u7RR9hNu0N27nfU6dOmXnfSqUipVJJlpeXq3PHWpd/Hlhv2tJetB2a7u/vr+7b1dUV5vCXlGmJiJs6MjtBAAIQgEDTBOgRN43OiNcrYu0dLywsyPj4uLlxy96stbe3V31eJav7qah1SFpv6tI5Yv097p3TiLj5WLInBCAAAWcEEHE89PbjSLaWRh9fss8fHh7K/Py8FIvF6keX5ubm0jM0HQ8He0MAAhCAQFQCiDgqsfSWp0ec3thwZhCAAAQaEkDE2UkORJydWHIlEIBAjggg4uwEGxFnJ5ZcCQQgkCMCiDg7wUbE2YklVwIBCOSIACLOTrARcXZiyZVAAAI5IoCIsxNsRJydWHIlEIBAjggg4uwEGxFnJ5ZcCQQgkCMCiDg7wUbE2YklVwIBCOSIACLOTrARcXZiyZVAAAI5IoCIsxNsRJydWHIlEIBAjggg4uwEGxFnJ5ZcCQQgkCMCiDg7wUbE2YklVwIBCOSIACLOTrARcXZiyZVAAAI5IoCImw+2Lmc4PT1t1hW2m64vPDU1Jbrcoa5BvLa2Zv41ODgofX19Yldr6uzslMnJyeoKTHGXQNRjIOLmY8meEIAABJwRQMStQ6+S1bWFh4eHjXDtesQHBwfVdYvX19elUCiYNYlV4CpnFXZvb6+cPn061skg4lj42BkCEICAGwKIuHXcvUL1y9X+vbW1VSNi7UFbecc9E0QclyD7QwACEHBAABG3BvrOzo6srq7KyMiIdHR0XNLLVRGrdPVRLpfNz9HRUTN0PTAwYPaJuyHiuATZHwIQgIADAoi4NdB1GFo3HWrWzd8j9v9fyywtLUlPT4+srKzI5uZmdR652TNqiYj39/dFH2wQgAAEIHA8BM5Wzh/PgRoc5a7SCafH9x+8u7tb9BFl0/neSqUipVLJ3KRVT8R+Mescss4R26Hp/v7+S+qIcg5atiUijnpQykMAAhCAQDwC9Ijj8dO9tberUtWbtOzmvVlrb29PFhYWZHx83Ihaxb28vGyGpLe3t80csf4e985pRBw/ltQAAQhA4NgJIOJ4yA8PD2Vubs4MSfvvevZ+fGliYsL8X8vPz89LsVisfnRJ90/N0HQ8HOwNAQhAAAJRCSDiqMTSW54ecXpjw5lBAAIQaEgAEWcnORBxdmLJlUAAAjkigIizE2xEnJ1YciUQgECOCCDi7AQbEWcnllwJBCCQIwKIODvBRsTZiSVXAgEI5IgAIs5OsBFxdmLJlUAAAjkigIizE2xEnJ1YciUQgECOCCDi7AQbEWcnllwJBCCQIwKIODvBRsTZiSVXAgEI5IgAIs5OsBFxdmLJlUAAAjkigIizE2xEnJ1YciUQgECOCCDi7AQbEWcnllwJBCCQIwKIODvBRsTZiSVXAgEI5IgAIo4fbF0GcXFx0VR05syZ6nKI3tWXBgcHzQpNujxiuVyWzs5OmZycrK7AFHcJRD02Io4fS2qAAAQgcOwEEHE85N51hzs6OqqVeZ8/ODiQ2dlZGRoakvX1dSkUCmZNYl3DWOWswu7t7b1kGcWoZ4aIoxKjPAQgAIEUEEDE8YLQSKL+5+3fW1tbNSI+efKkbGxsVHvRcc4GEcehx74QgAAEHBFAxM2DPzw8lLm5Odnc3KxWYoeg64lYpasPHZrWn6Ojo7K2tiYDAwPi7U03e0aIuFly7AcBCEDAIQFE3Dx8FfH8/LwUi0Uz17uzsyMLCwsyPj4uy8vLNcPNOo+smw5F221paUl6enpkZWXFyNxKvNkzaomI9/f3RR9sEIAABCBwPATOVs4fz4EaHOWu0gmnx/cfvLu7W/QRZvOL2Pv3uXPnakTs7yHrHLLOEduh6f7+fqlUKlIqlaSrqyvM4S8p0xIRN3VkdoIABCAAgaYJ0CNuGp3ZUQWrMrV3RGvPd2xsTLa3t8X+vre3V+0pq2T1Ri3tMeuQtJbTOWL9Pe6d04g4XizZGwIQgIATAog4HnaV6vT0tOndej+SZCWtc8C6TUxMmLui6/Wi7TxzKoam4+FgbwhAAAIQiEoAEUcllt7y9IjTGxvODAIQgEBDAog4O8mBiLMTS64EAhDIEQFEnJ1gI+LsxJIrgQAEckQAEWcn2Ig4O7HkSiAAgRwRQMTZCTYizk4suRIIQCBHBBBxdoKNiLMTS64EAhDIEQFEnJ1gI+LsxJIrgQAEckQAEWcn2Ig4O7HkSiAAgRwRQMTZCTYizk4suRIIQCBHBBBxdoKNiLMTS64EAhDIEQFEnJ1gI+LsxJIrgQAEckQAEWcn2Ig4O7HkSiAAgRwRQMTZCTYizk4suRIIQCBHBBBxvGDrUoeLi4vVSuwqS/qELpFoV1+yKyvpOsTlcrlmpSZdkSnuEoh6PEQcL5bsDQEIQMAJAUQcD7uKWDddj9i7qXDtesQHBwcyOzsrQ0NDsr6+LoVCwaxJrEsn6n4q7N7eXrNMYpwNEcehx74QgAAEHBFAxPHANxKxX672762trRoRnzx5UjY2NmR4eDjeidAjjs2PCiAAAQg4IYCI42H3Dk2rVKempqSrq+uSXq6KWP+vDx2a1p+jo6Nm6HpgYEA6OjrinQgijs2PCiAAAQg4IYCIW4ddpaxD0mNjY2bO1zvcXK/nvLS0JD09PbKysiKbm5ti55GbPaOWDE3v7++LPtKyna2cd3oqd5VOOD0+B4cABLJPgHauNsbd3d2ij2a2nZ0dWV1dlZGRkUtE7B+qVmHrHLEdmu7v75dKpSKlUsn0qJvZWiLiZg6c5D68U0ySLnVDAAJpIEA717ooaK9X5arzvd6btfb29mRhYUHGx8eNZPVGreXlZTMkvb29beaI9fe4d04j4tbFslrTT/771QnUSpUQgAAE/o8AIm4+G1So09PTRr66XXPNNWZY2s73ej++ZD/WpB9Vmp+fl2KxKKdOnRL9e25uLj1D083jSGZPEjQZrtQKAQikhwDtXHpiEfdM6BHHJVhnf3rECUClSghAoIYAIs5OQiDiBGKJiBOASpUQgAAizmgOIOIEAouIE4BKlRCAACLOaA4g4gQCi4gTgEqVEIAAIs5oDiDiBAKLiBOASpUQgAAizmgOIOIEAouIE4BKlRCAACLOaA4g4gQCi4gTgEqVEIAAIs5oDiDiBAKLiBOASpUQgAAizmgOIOIEAouIE4BKlRCAACLOaA4g4gQCi4gTgEqVEIAAIs5oDiDiBAKLiBOASpUQgAAizmgOIOIEAouIE4BKlRCAACLOaA4g4gQCi4gTgEqVEIAAIk4gB3QJxHvuuUcmJyfNqkq6eVdfGhwclL6+PrM8Yrlcls7OzmpZXYEp7hKIejxEnEBgEXECUKkSAhBAxC3OgZ2dHfn2t79tar311luNiL3rER8cHMjs7KwMDQ3J+vq6FAoFsyaxLp+oclZh9/b2yunTp2OdGSKOha/+zog4AahUCQEIIOIW5oBdX/jGG2+UH//4x9V1hv1ytX9vbW3ViPjkyZOysbEhw8PDsc8KEcdGeGkFiDgBqFQJAQgg4hbmgPZ8tWd7/fXXy/z8/JEiVunqQ4em9efo6Kisra3JwMCAdHR0xD4rRBwbISJOACFVQgACAQRYj7j5FNHh5UqlIqVSSS6//PIjRaxzyLrpULTdlpaWpKenR1ZWVmRzc1PsPHKzZ9QSEe/v74s+0rKdrZx3eip3lU44PX7aD+46PsqHGKU9Szi/IAKuX0dpew11d3eLPsJsOjc8MzMjFy5cqBa3N2GdO3euZt7XP1Rte9J2aLq/v78q9a6urjCHv6RMS0Tc1JET3Il3ignCbUHVruOjl8D0QQsCSRVOCbh+HWXlNWTniovF4iU3a+3t7cnCwoKMj4+LSlZ70svLy2ZIent728wR6+9x75xGxAm8lLKSoAmgMVW6bkAQcVKRpd7jJOD6dZSVds4vYo2h9+NLExMT5q5ofzn9e25uLj1D08eZfGGORYKGoeSujOv4IGJ3sefIrSPg+nWUFRG3LiLN10SPuHl2DfckQY+G6roBQcQJJD1VHjsB168j2rnWhRwRt45ltSYSFBEnkFZUCYEaAog4OwmBiBOIJSJGxAmkFVVCABFnNAcQcQKBRcSIOIG0okoIIOKM5gAiTiCwiBgRJ5BWVAkBRJzRHEDECQQWESPiBNKKKiGAiDOaA4g4gcAiYkScQFpRJQQQcUZzABEnEFhEjIgTSCuqhAAizmgOIOIEAouIEXECaUWVEEDEGc0BRJxAYBExIk4gragSAog4ozmAiBMILCJGxAmkFVVCABFnNAcQcQKBRcSIOIG0OtYqXX9rk14sr6N0v46IT+tekoi4dSyrNZGg6W5AaOSDkx4RBzNyXcJ1jNq9nfOuSaxrC09NTZmlDnXzrr40ODgofX19ousQl8tlsesWnzp1yqzIFHcJRD0eIk7g1dTuCZoAklQNqSHi4Ai7buSJUfpj1O7t3A9+8AO57rrrjHzvv/9+A9wKV/8eGxuTg4MDmZ2dlaGhIVlfX5dCoWDWJN7d3TVlVdi9vb1mmcQ4GyKOQ6/Bvu2eoAkgQcRJQ21x/Yi4xUATqM51jLLUznmF6per/Xtra6tGxNqL3tjYkOHh4djRRcSxEV5aQZYSNAE84roBobcVHFViFMzIdQnXMWr3ds47NH3mzJmqUOuJWKWrDx2a1p+jo6OytrYmAwMD0tHRETsVEHFshIg4KkLXDQgiDo4YMQpm5LqE6xi1u4i98dOhaB1u1t6tX8TeYWu7z9LSkvT09MjKyopsbm6KnUduNidaIuL9/X3RR1q2s5XzTk/lrtIJp8dP+8Fdx0f5EKOjs4QYpf1VJOI6Rml7DXV3d4s+mtm0d7y6uiojIyPm5ivvvK9fzHrTlkrbDk339/dLpVKRUqlUvdkr6jm0RMRRD5p0ed4pJk04Xv2u40OPODh+xCiYkesSrmPUzj1ivdv5vvvuk5tuuskMLXt7xCpae7PW3t6eLCwsyPj4uJGs3qi1vLxshqS3t7fNHLH+HvfOaUScwKupnRM0ARyXVOm6AUHEwVEmRsGMXJdwHaN2b+dUtouLiyaMR318aWJiwtwVrfKen5+XYrEo9qNLc3Nz6Rmadp2Q/uOToGmLSO35uI4PIg7OD2IUzMh1CdcxancRu46f9/j0iBOIBgl6NFTXDQgiDk56YhTMyHUJ1zGinWtdBiDi1rGs1kSCIuIE0upYq3TdyPNmKTjc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hHtXHCMwpZAxGFJRShHgiLiCOmSyqKuG3lEHJwWrmNEOxcco7AlEHFYUhHKkaCIOEK6pLKo60YeEQenhesY0c4FxyhsCUQcllSEciQoIo6QLqks6rqRR8TBaeE6RrRzwTEKWwIRhyUVoRwJiogjpEsqi7pu5BFxcFq4jlG7t3O6BvHMzIxcuHDhyNWXBgcHpa+vT3R5xHK5LJ2dnTI5OVldgSnuEogaaUQcnO+RS7R7gka+4Ig7uG5AaOSDA0aMghm5LuE6Ru3ezi0tLUmhUDBCvfvuu42MrXDtesQHBwcyOzsrQ0NDsr6+bsrrmsS7u7umrO7X29trlkmMsyHiOPQa7NvuCZoAkpoqXTcgiDg4wsQomJHrEq5jlKV2TsWrch0eHr5Erla2W1tbNSJWcW9sbJh94m6IOC7BOvtnKUETwCOuGxBEHBxVYhTMyHUJ1zHKUjvn7dn6e7m2t6zi1aFp/Tk6Oipra2syMDAgHR0dsVMBEcdGeGkFWUrQBPAg4iSgtrhO1408b5aCA+o6Rllp53Tu19uz9YtYe8u66VC03XRYu6enR1ZWVmRzc1PsPHJw1Ope/pNcAAANnElEQVSXaImI9/f3RR9p2c5Wzjs9lbtKJ5weP+0Hdx0f5UOMjs4SYpT2V5GI6xil7TXU3d0t+oiy6Q1bCwsLMj4+Ll1dXWbXej1i7zywiluHse3QdH9/v1QqFSmVStU6opyDlm2JiKMeNOnyvFNMmnC8+l3Hh95WcPyIUTAj1yVcx6jde8Qq1MXFRZmamqoRqD5vb9ba29urEbXeqLW8vGyGpLe3t01PWn+Pe+c0Ik7g1dTuCZoAkpoqXTcgiDg4wsQomJHrEq5j1M7t3OHhoczNzZlhZbtpD9dKWXvFOges28TEhLkrWveZn5+XYrFY/eiSrSMVQ9OuE9J/fBI0bRGpPR/X8UHEwflBjIIZuS7hOkbtLGLXsfMfnx5xAhEh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ykI7p+sRz8zMyNmzZ80KS3bzrr5kV1bS5RHL5bJ0dnbK5ORkdQWmuEsg6jERcXC+Ry6RhQSNfNERdnDdgNDIBweLGAUzcl3CdYzavZ3TNYdVrldccYVce+21VRF71yM+ODiQ2dlZGRoakvX1dSkUCqJrEu/u7kpfX5+osHt7e2sk3kxeIOJmqAXs0+4JmgCSmipdNyCIODjCxCiYkesSrmOUlXbOL9NGf29tbdWIWNcv3tjYkOHh4dipgIhjI7y0gqwkaAJoTJWuGxBEHBxZYhTMyHUJ1zHKSjsXRsQqXX3o0LT+HB0dlbW1NRkYGJCOjo7YqYCIYyNExFERum5AEHFwxIhRMCPXJVzHKC8i1iFs3XQo2m5LS0vS09MjKysrsrm5KXYeudmcaImI9/f3RR9p2c5Wzjs9lbtKJ5weP+0Hdx0f5UOMjs4SYpT2V5GI6xil7TXU3d0t+oi6hekRe+eBdQ5Z54jt0HR/f79UKhUplUrS1dUV9fCmfEtE3NSRE9yJd4oJwm1B1a7jQ484OIjEKJiR6xKuY5TVHrH3Zq29vT1ZWFiQ8fFxI1m9UWt5edkMSW9vb5s5Yv097p3TiDiBV1NWEjQBNKZK1w0IIg6OLDEKZuS6hOsYtXs7p0POi4uL1TBqD3dqasoI1/vxpYmJCXNX9OHhoczPz0uxWKx+dGlubi49Q9OuE9J/fBI0bRGpPR/X8UHEwflBjIIZuS7hOkbtLmLX8fMenx5xAtEgQY+G6roBQcTBSU+Mghm5LuE6RrRzrcsARNw6ltWaSFBEnEBaHWuVrht53iwFh9t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op0LjlHYEog4LKkI5UhQRBwhXVJZ1HUjj4iD08J1jGjngmMUtgQiDksqQjkSFBFHSJdUFnXdyCPi4LRwHSPaueAYhS2BiMOSilCOBEXEEdIllUVdN/KIODgtXMeIdi44RmFLIOKwpCKUI0ERcYR0SWVR1408Ig5OC9cxavd2Tpc0nJ6eNmsLd3Z2yuTkpFlVSZdBLJfLNc/pyktxlzo8KqKIODjfI5do9wSNfMERd3DdgNDIBweMGAUzcl3CdYzavZ3TpQ516cO+vj4jX10WcWxsTL7//e9LoVAwaw+rpPX/Wra3t9csh5jEhogToNruCZoAkpoqXTcgiDg4wsQomJHrEq5j1M7tnEq2UqlIqVQy6w97/7733ntrRKyy3tjYkOHh4cRCjogTQNvOCZoAjkuqdN2AIOLgKBOjYEauS7iOUTu3c/VEPDs7K0NDQ0bKOjStAh4dHZW1tTUZGBiQjo6OxEKOiBNA284JmgAORHwcUFt8DNeNPG+WggPqOkbt3M75RaxzwPPz81IsFs08sd2Wlpakp6dHVlZWZHNzUwYHB81Qdau3loh4f39f9MEGAQhAAAIQcEGgu7tb9BFmO2poWoeqddN5Y50jtkPT/f39NcPZYY4TtkxLRBz2YJSDAAQgAAEIpIGA92YtvVFLpWvngVXUy8vLZkh6e3vbzBHr70ndOY2I05ARnAMEIAABCBwrAe/Hl7TXOzU1ZW7c8g9T699zc3PpH5o+VnocDAIQgAAEIJAhAvSIMxRMLgUCEIAABNqPACJuv5hxxhCAAAQgkCECiDhDweRSIAABCECg/Qgg4vaLGWcMAQhAAAIZIoCIMxRMLgUCEIAABNqPACJuv5hxxhCAAAQgkCECiDhDweRSIAABCECg/Qgg4vaLGWcMAQhAAAIZIpAbEdtvR7nqqquqX2Nmv+JM47m4uFgNq/eLvW2Zq6++WmZmZuTChQum3MTERGJrU7ZLfu3s7NQw0fO231CjXw9n1/rU55WjrmKiWz2+119/fc2Xrmvdq6urMjIyIg888EA1Pt5vwPFz0mM8+uijZk1RXSnFfm3dDTfcUHOe11xzjSmjm/3GHP39zJkz1dzQ75nVr7Xz7pvUF76nKd7ebxHyM/HG0C6kfu7cueo6rf7v77XX5c8T7yLs9nj6Rfr6Zft2oXYboyRXvEkT91aeizdOtl5vbnu/2tFf1l+u3uspyeUAW8mhnerKjYg1KPYrzbRB1QWe7WLP+h2j9ntGbcOg/7cLQnuFovV4G4+kFopupySy5+ptiL0i9n6Pq5+dv1Gwi297F+r2NsZal/7PytbLyR87LaubvolaWFiQ8fFx8xV2jerwn6euxvLII4/I7bffLldeeaXYZdK8q7O0Y5yinLP/O3j97Cxjfa2ocL2cvSL2Pu8td/nll5s3Q7q/97V0VJyjnH9ey9o3kirNo9o07+tPWXn/bvR6SmL1obzGyV53rkRsE0sbV11nUpPOrj/pXfjZ21D4e3YWnDfR855ER4nY39PVsl52/i9e1//rC72RiBv1uuw5aH0PPvigfPCDHzRLl9melncR8EZvpPx1+yVk37jl6c2Xl0k9aXpjGVbEXv4vfvGL64q40bJ0vNbCEfC3T41ec34R+1939V5Pecr/cLTjl8qViBsNw9iesuLUL/7WzTbcR4lYG+p6PbP4YWmPGo4Sl32Bv+pVr7qkJ9lIst7GotEbHT1mo56pxsM7xeAd3rSxt1MK9aTqr1vr09EQ2/DkVcSW97Of/exLpOmdQtjb26tOJ3hHMfyCDiNi2zuzIyTt8YpIz1m2QsTeKSG9MqYLkotvbkTsffHr8KTO9549e7buPK+3cdFlr/xD07ZXh4gfr75heeyxx2qGJa2Ig3rE3tT2zwvb3rG3zFEi9spf5xp1vqveMFqj3pa/bl0UvFAoVBcKz7uIdUjez8D7Zkzj5x1ZsnFrRsT0iOM1+q0QsW379M30Ua+neGfK3kogNyKu19upN9doe8e2EfcP3di0adSry1NaHdUIN1rr86j5dVvfW9/61uq0gX8+tpGI/fVqfLR3bJc288bFf1OX/Z+3bp0T9g5n57WH5uftfz1YYd54443VqQD/0GUzImaOOF5LElfEd9xxh3z5y1+uzt0f9XqKd6bsnTsR15sn1LuodfirXC5XM6LeXb3+nhUi/v83v1mmv/jFL2oW1q53E0i9u6a9L8NG637WuwvUe+et1lGvB2WFq/cB3Hnnneb8jhpi80pHy+ld229/+9vNNW5ubpp983a3fJCI7RsUja33jlv/SIf3Zq1GQ9PcNR1fSt41dr3tWNQ5YhWxvpEtFos1I0Leu6jjny01WAK56RET8tYTCLpxKsoR7fxuHj4iFIVLmstq465vYBsJOM3nzrlBIE0EEHGaotFm59JKEbfZpXO6EIAABFpGABG3DCUVQQACEIAABKITQMTRmbEHBCAAAQhAoGUEEHHLUFIRBCAAAQhAIDoBRBydGXtAAAIQgAAEWkYAEbcMJRVBAAIQgAAEohNAxNGZsQcEIAABCECgZQQQcctQUhEEIAABCEAgOgFEHJ0Ze0AAAhCAAARaRgARtwwlFUEAAhCAAASiE6iK+Pe///0Dl1122XXRq2APCEAAAhCAAASaJXDx4sX/+V/cY7wa/ej6vAAAAABJRU5ErkJggg=="/>
          <p:cNvSpPr>
            <a:spLocks noChangeAspect="1" noChangeArrowheads="1"/>
          </p:cNvSpPr>
          <p:nvPr/>
        </p:nvSpPr>
        <p:spPr bwMode="auto">
          <a:xfrm>
            <a:off x="1066800" y="1066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2" name="AutoShape 9" descr="data:image/png;base64,iVBORw0KGgoAAAANSUhEUgAAAeIAAAEiCAYAAAAlAdEXAAAAAXNSR0IArs4c6QAAIABJREFUeF7tnUFoI8m5x789eVkwDjgDwZe5ZcllGLAv0YMlS+YtzkGEoEMSRAx2MAoYZEwuxuCTYVAOD+OFgQjDGgyLycGJgyEZEg95l+cQ8EEsGOLcTMCITAxZBoJ92sfXj9JrtSVVt7rb1ar+NQjb8tdV1b//p/qrqlqq94QDAhCAAAQgAAFnBN7Tmv/+979/9e9//9tZI6gYAhCAAAQgUEYCX3311X8HRnx1dfXVN7/5zTIy4JohAAEIQAACzgj87W9/E4zYGX4qhgAEIACBshPAiMueAVw/BCAAAQg4JYARO8VP5RCAAAQgUHYCGHHZM4DrhwAEIAABpwQwYqf4qRwCEIAABMpOACMuewZw/RCAAAQg4JQARuwUP5VDAAIQgEDZCWDEZc8Arh8CEIAABJwSwIid4qdyCEAAAhAoOwGMuOwZwPVDAAIQgIBTAhixU/xUDgEIQAACZSeAEZc9A7h+CEAAAhBwSgAjdoqfyiEAAQhAoOwEMOKyZwDXDwEIQAACTglgxE7xUzkEIAABCJSdAEZc9gzg+mMR+OKLL6TVavViX7x4ISsrKyPPvb+/l729Pel0Og/i5ubmZHt7W2ZmZnr/C9exubkpz549k9evX8vh4aE8f/5c1tfX5e7uTnZ2duTm5iY4L9qOQWV89tlncnZ2JqZOPc+UoefXarW+MqNty6JdsSATBIGSEsCISyo8l52MwPX1tbx8+VLevXsX24xHGbEpxBiu/j3I8Ey9+v96vS6ff/55XxuiZhwt48MPP+y9GRhk5ktLS/Lxxx8/eMMQNuMs2pWMNtEQKBcBjLhcenO1KQl8+eWXvdHjoFFtuPiwERsTnJqakrCp2wwvXJ8pW81zcXGxN1qenp6Wra0tefr06QMzH2TE3W6396bClGXKNqNn/du8SRhkxEnblRI7p0PAawIYsdfycnF5EDDTxWEDHFTPMCPW2EFlDDI8jQ2b4zBDN6YZNnl9Tg8zpW6msaMxOgVujvD/jEln0a48dKBMCPhCACP2RUmu49EIZGHEg8xtmOGFnw+PYMOjUvP8oCl0A2bUCHccI07SrkcTh4ogMIEEMOIJFI0muyXw2EYcNtzwmnL4+UGjXUNp2M1Xg0b0SUbESdrlVjFqh0CxCWDExdaH1hWIQHRdNM3U9Dgj4mh9g4w4/Fx4GjuMMXoXdfjO7SRGbK4hTrsKJCNNgUDhCGDEhZOEBhWRwLAp3/AINdruUWvEw6ahB127GYFHR7aDjFjPH3TDlSl32DnjTE0nbVcRdaVNECgCAYy4CCrQhkITCBuqmmGz2ZRPP/00+CzvqM8TZ2HEo8oYZqrD7sqOfpxq0JuIuCPicdpVaJFpHAQcEsCIHcKn6skgEOezufqxpFEj4lFXOmpUPchszUg0XOaoL/YYVHf4pq9hn3ceddf0uO2aDMVpJQQelwBG/Li8qW0CCQxaUx02LRu+vDhf6KHxo4x40Ag1jhFruYM+6zvos8/jGHGadk1gCtBkCORKACPOFS+FQwACEIAABEYTwIjJEAhAAAIQgIBDAhixQ/hUDQEIQAACEMCIyQEIQAACEICAQwIYsUP4VA0BCEAAAhDAiMkBCEAAAhCAgEMCGLFD+FQNAQhAAAIQwIjJAQhAAAIQgIBDAhixQ/hUDQEIQAACEMCIyQEIQAACEICAQwIYsUP4VA0BCEAAAhDAiMkBCEAAAhCAgEMCGLFD+FQNAQhAAAIQwIjJAQhAAAIQgIBDAhixQ/hUDQEIQAACEMCIyQEIQAACECglAbOv9tramjx79qzHwOxBrk8sLS3J4uJi8L9Bz3/xxRfSarVkenpatra25OnTp6J7fH/++edSq9VkZmbGyhYjtiIiAAIQgAAEfCPw+vVrURP94IMP5KOPPuoZsT6n/1tfX5e7uzvZ3d2V5eVl+fLLLwc+f35+LpVKJfj/zc1NYNpq2AsLC33mPoofRuxbdnE9EIAABCAQm0DUNIf9fXFx0WeuJu7y8rLPiOfm5kRjV1ZWYrcBI46NikAIQAACEPCNQBwjVnPV0W54lKvn6fP60Klp/dlsNuXs7Ezq9bpMTU3FRoURx0ZFIAQgAAEI+EbAZsQ6Ta1H1IjN82b9WGOOjo5kfn5eTk5OpNPp9K0v5z41fXt7K/rggAAEIAABCLggMDs7K/pIetiM2Px/2NS0uclL15bVrM3UtN6o1W63pdFoWG/YYkScVDXiIQABCEDAGwJRIw7frNXtduXg4EA2NjZE77A2N3GFn9e7ovVGrePj42BK+urqKlgj1t/j3jmNEXuTTlwIBCAAAQjEJaCmenh42AvXkez29nYweg1/TGlzc7N39/Og5/WjSvv7+1KtVnsfXdrb23v8qem4F04cBCAAAQhAAAL9BBgRkxEQgAAEIAABhwQwYofwqRoCEIAABCCAEZMDEIAABCAAAYcEMGKH8KkaAhCAAAQggBGTAxCAAAQgAAGHBDBih/CpGgIQgAAEIIARkwMQgAAEIAABhwQwYofwqRoCEIAABCCAEZMDEIAABCAAAYcEMGKH8KkaAhCAAAQggBGTAxCAAAQgAAGHBDBih/CpGgIQgAAEIIARkwMQgAAEIFA6Arp14c7OTm8PYbPzkoII77K0tLQki4uLotsjtlotmZ6elq2trd5OS3G3OhwFGCMuXfpxwRCAAATKTUC3LtStCtVgnz17FuwzfHNzIysrK4Hhmn2H7+7uZHd3V5aXl+X8/FwqlUqw97DG6rnRvYzHpYoRj0uO8yAAAQhAYCIJqJm2221pNBrB/sPX19dycHAgGxsbcnx8LAsLC317EOvfl5eXfUas+xdfXFwE5p32wIjTEuR8CEAAAhCYKALREXHYmAcZsZquPnRqWn82m005OzuTer0uU1NTqa8dI06NkAIgAAEIQGDSCJg1X9NuNVhdJ44asU5T66FT0eY4OjqS+fl5OTk5kU6nI2YdeVwGmRjx7e2t6IMDAhCAAAQeh8Ba++3jVDSklleNJ07rj1Y+Ozsr+hjn0Knp09NTWV1dFb35atDUtK4l66EGrmvEZmq6Vqv1TXOPU38mRjxOxZwDAQhAAALjE/jPn//P+CdncOYf/+s/MijFfRFmmlqN1twdbW7W6na7vbVjXUvWKWwdMeuU9NXVVbBGrL+nvXMaI3afB7QAAhCAQGICGHFiZH0nDPqIkgkI/29zczO4cUsNe39/X6rVau+jS3rndWGmptPh4GwIQAACEEhKACNOSqy48YyIi6sNLYMABCAwlABG7E9yYMT+aMmVQAACJSKAEfsjNkbsj5ZcCQQgUCICGLE/YmPE/mjJlUAAAiUigBH7IzZG7I+WXAkEIFAiAhixP2JjxP5oyZVAAAIlIoAR+yM2RuyPllwJBCBQIgIYsT9iY8T+aMmVQAACJSKAEfsjNkbsj5ZcCQQgUCICGLE/YmPE/mjJlUAAAiUigBH7IzZG7I+WXAkEIFAiAhixP2JjxP5oyZVAAAIlIoAR+yM2RuyPllwJBCBQIgIYcTqxdQ/ily9fyrt374KCzC5L+vugnZl0H+JWqyXT09OytbXV24Ep7RaIWh9GnE5LzoYABCDghABGnA67mu3CwkKwxaGa8unpqayurgb7DJv9iO/u7mR3d1eWl5fl/PxcKpVKsCfxzc1NsHdxuIw0rcGI09DjXAhAAAKOCGDE6cBHjViN9sc//vEDczVxl5eXfUY8NzcnFxcXsrKykq4hjIhT86MACEAAAk4IYMTpsOvIdmdnJxjdPn/+XNbX12VqamqgEavp6kOnpvVns9mUs7MzqdfrwTlpD0bEaQlyPgQgAAEHBDDidNB1OvrTTz+V73//+6LrvD/4wQ8GTjfrNLUeOhVtjqOjI5mfn5eTkxPpdDqytLTU9/+kLcvEiG9vb0UfHBCAAAQg8DgE1tpvH6eiIbW8ajxxWn+08tnZWdFHnENHw2bt9+nTp8G6b7vdlkajIcfHx721Yy0rug6sN23pKNpMTddqtd65MzMzcap/EJOJEY9VMydBAAIQgMDYBBgRj40uMN6wEevo+ODgQDY2NoIbt8zNWt1ut/e8mqyep0atU9J6U5euEevvae+cxojH15IzIQABCDgjgBGnQ28+jmRKGfbxJfP8/f297O/vS7Va7X10aW9vrzhT0+lwcDYEIAABCCQlgBEnJVbceEbExdWGlkEAAhAYSgAj9ic5MGJ/tORKIACBEhHAiP0RGyP2R0uuBAIQKBEBjNgfsTFif7TkSiAAgRIRwIj9ERsj9kdLrgQCECgRAYzYH7ExYn+05EogAIESEcCI/REbI/ZHS64EAhAoEQGM2B+xMWJ/tORKIACBEhHAiP0RGyP2R0uuBAIQKBEBjNgfsTFif7TkSiAAgRIRwIj9ERsj9kdLrgQCECgRAYzYH7ExYn+05EogAIESEcCI/REbI/ZHS64EAhAoEQGMeHyxdTvDnZ2dYF9hc+j+wtvb26LbHeoexGdnZ8G/lpaWZHFxUcxuTdPT07K1tdXbgSntFohaB0Y8vpacCQEIQMAZAYw4O/Rqsrq38MrKSmC4Zj/iu7u73r7F5+fnUqlUgj2J1cDVnNWwFxYW5NmzZ6kagxGnwsfJEIAABNwQwIiz4x421Ki5mr8vLy/7jFhH0Ma807YEI05LkPMhAAEIOCCAEWcD/fr6Wk5PT2V1dVWmpqYejHLViNV09dFqtYKfzWYzmLqu1+vBOWkPjDgtQc6HAAQg4IAARpwNdJ2G1kOnmvWIjoij/9eYo6MjmZ+fl5OTE+l0Or115HFblIkR397eij44IAABCEDgcQistd8+TkVDannVeOK0/mjls7Ozoo8kh673ttttaTQawU1ag4w4asy6hqxrxGZqularPSgjSRs0NhMjTlop8RCAAAQgkI4AI+J0/PRsHe2qqepNWuYI36zV7Xbl4OBANjY2AqNW4z4+Pg6mpK+uroI1Yv097Z3TGHF6LSkBAhCAwKMTwIjTIb+/v5e9vb1gSjp613P440ubm5vB/zV+f39fqtVq76NLen5hpqbT4eBsCEAAAhBISgAjTkqsuPGMiIurDS2DAAQgMJQARuxPcmDE/mjJlUAAAiUigBH7IzZG7I+WXAkEIFAiAhixP2JjxP5oyZVAAAIlIoAR+yM2RuyPllwJBCBQIgIYsT9iY8T+aMmVQAACJSKAEfsjNkbsj5ZcCQQgUCICGLE/YmPE/mjJlUAAAiUigBH7IzZG7I+WXAkEIFAiAhixP2JjxP5oyZVAAAIlIoAR+yM2RuyPllwJBCBQIgIYsT9iY8T+aMmVQAACJSKAEfsjNkbsj5ZcCQQgUCICGHF6sXUbxMPDw6CgFy9e9LZDDO++tLS0FOzQpNsjtlotmZ6elq2trd4OTGm3QNS6MeL0WlICBCAAgUcngBGnQx7ed3hqaqpXWPj5u7s72d3dleXlZTk/P5dKpRLsSax7GKs5q2EvLCw82EYxacsw4qTEiIcABCBQAAIYcToRhplo9Hnz9+XlZZ8Rz83NycXFRW8UnaY1GHEaepwLAQhAwBEBjHh88Pf397K3tyedTqdXiJmCHmTEarr60Klp/dlsNuXs7Ezq9bqER9PjtggjHpcc50EAAhBwSAAjHh++GvH+/r5Uq9Vgrff6+loODg5kY2NDjo+P+6abdR1ZD52KNsfR0ZHMz8/LyclJYObGxMdtUSZGfHt7K/rggAAEIACBxyGw1n77OBUNqeVV44nT+qOVz87Oij7iHFEjDv/95s2bPiOOjpB1DVnXiM3UdK1Wk3a7LY1GQ2ZmZuJU/yAmEyMeq2ZOggAEIACBsQkwIh4bXXCiGqyaqbkjWke+6+vrcnV1Jeb3brfbGymryeqNWjpi1ilpjdM1Yv097Z3TGHE6LTkbAhCAgBMCGHE67GqqOzs7weg2/JEkY9K6BqzH5uZmcFf0oFG0WWcuxNR0OhycDQEIQAACSQlgxEmJFTeeEXFxtaFlEIAABIYSwIj9SQ6M2B8tuRIIQKBEBDBif8TGiP3RkiuBAARKRAAj9kdsjNgfLbkSCECgRAQwYn/Exoj90ZIrgQAESkQAI/ZHbIzYHy25EghAoEQEMGJ/xMaI/dGSK4EABEpEACP2R2yM2B8tuRIIQKBEBDBif8TGiP3RkiuBAARKRAAj9kdsjNgfLbkSCECgRAQwYn/Exoj90ZIrgQAESkQAI/ZHbIzYHy25EghAoEQEMGJ/xMaI/dGSK4EABEpEACNOJ7ZudXh4eNgrxOyypE/oFolm9yWzs5LuQ9xqtfp2atIdmdJugaj1YcTptORsCEAAAk4IYMTpsKsR66H7EYcPNVyzH/Hd3Z3s7u7K8vKynJ+fS6VSCfYk1q0T9Tw17IWFhWCbxDQHRpyGHudCAAIQcEQAI04HfpgRR83V/H15edlnxHNzc3JxcSErKyvpGsKIODU/CoAABCDghABGnA57eGpaTXV7e1tmZmYejHLViPX/+tCpaf3ZbDaDqet6vS5TU1PpGoIRp+ZHARCAAAScEMCIs8OupqxT0uvr68Gab3i6edDI+ejoSObn5+Xk5EQ6nY6YdeRxW5TJ1PTt7a3ooyjHWvut06a8ajxxWj+VQwAC/hOgn+vXeHZ2VvQxznF9fS2np6eyurr6wIijU9Vq2LpGbKama7WatNttaTQawYh6nCMTIx6n4jzP4Z1innQpGwIQKAIB+rnsVNBRr5qrrveGb9bqdrtycHAgGxsbgcnqjVrHx8fBlPTV1VWwRqy/p71zGiPOTsteSX/8r//IoVSKhAAEIPD/BDDi8bNBDXVnZycwXz2eP38eTEub9d7wx5fMx5r0o0r7+/tSrVbl6dOnon/v7e0VZ2p6fBz5nEmC5sOVUiEAgeIQoJ8rjhZpW8KIOC3BAeczIs4BKkVCAAJ9BDBifxICI85BS4w4B6gUCQEIYMSe5gBGnIOwGHEOUCkSAhDAiD3NAYw4B2Ex4hygUiQEIIARe5oDGHEOwmLEOUClSAhAACP2NAcw4hyExYhzgEqREIAARuxpDmDEOQiLEecAlSIhAAGM2NMcwIhzEBYjzgEqRUIAAhixpzmAEecgLEacA1SKhAAEMGJPcwAjzkFYjDgHqBQJAQhgxJ7mAEacg7AYcQ5QKRICEMCIPc0BjDgHYTHiHKBSJAQggBF7mgMYcQ7CYsQ5QKVICEAAI84hB3QLxN/85jeytbUV7KqkR3j3paWlJVlcXAy2R2y1WjI9Pd2L1R2Y0m6BqPVhxDkIixHnAJUiIQABjDjjHLi+vpZf/epXQak//OEPAyMO70d8d3cnu7u7sry8LOfn51KpVII9iXX7RDVnNeyFhQV59uxZqpZhxKnwDT4ZI84BKkVCAAIYcYY5YPYX/uSTT+QPf/hDb5/hqLmavy8vL/uMeG5uTi4uLmRlZSV1qzDi1AgfFoAR5wCVIiEAAYw4wxzQka+ObD/++GPZ398facRquvrQqWn92Ww25ezsTOr1ukxNTaVuFUacGiFGnANCioQABCwE2I94/BTR6eV2uy2NRkPef//9kUasa8h66FS0OY6OjmR+fl5OTk6k0+mIWUcet0WZGPHt7a3ooyjHWvut06a8ajxxWn/RK3etj/JBo6JnCe2zEXD9Oiraa2h2dlb0EefQteGXL1/Ku3fveuHmJqw3b970rftGp6rNSNpMTddqtZ6pz8zMxKn+QUwmRjxWzTmexDvFHOFmULRrffQSWD7IQEiKcErA9evIl9eQWSuuVqsPbtbqdrtycHAgGxsboiarI+nj4+NgSvrq6ipYI9bf0945jRHn8FLyJUFzQBMU6boDwYjzUpZyH5OA69eRL/1c1IhVw/DHlzY3N4O7oqNx+vfe3l5xpqYfM/ni1EWCxqHkLsa1PhixO+2pOTsCrl9HvhhxdoqMXxIj4vHZDT2TBB0N1XUHghHnkPQU+egEXL+O6Oeykxwjzo5lryQSFCPOIa0oEgJ9BDBifxICI85BS4wYI84hrSgSAhixpzmAEecgLEaMEeeQVhQJAYzY0xzAiHMQFiPGiHNIK4qEAEbsaQ5gxDkIixFjxDmkFUVCACP2NAcw4hyExYgx4hzSiiIhgBF7mgMYcQ7CYsQYcQ5pRZEQwIg9zQGMOAdhMWKMOIe0okgIYMSe5gBGnIOwGDFGnENaUSQEMGJPcwAjzkFYjBgjziGtKBICGLGnOYAR5yAsRowR55BWj1qk629t0ovldVTs1xH6ZPeSxIizY9kriQQtdgdCJ29PeozYzsh1hGuNJr2fC+9JrHsLb29vB1sd6hHefWlpaUkWFxdF9yFutVpi9i1++vRpsCNT2i0QtT6MOIdX06QnaA5ICjWlhhHbFXbdyaNR8TWa9H7ut7/9rXznO98JzPf169cBcGO4+vf6+rrc3d3J7u6uLC8vy/n5uVQqlWBP4pubmyBWDXthYSHYJjHNgRGnoTfk3ElP0ByQYMR5Q824fIw4Y6A5FOdaI5/6ubChRs3V/H15edlnxDqKvri4kJWVldTqYsSpET4swKcEzQGPuO5AGG3ZVUUjOyPXEa41mvR+Ljw1/eLFi56hDjJiNV196NS0/mw2m3J2dib1el2mpqZSpwJGnBohRpwUoesOBCO2K4ZGdkauI1xrNOlGHNZPp6J1ullHt1EjDk9bm3OOjo5kfn5eTk5OpNPpiFlHHjcnMjHi29tb0UdRjrX2W6dNedV44rT+olfuWh/lg0ajswSNiv4qEnGtUdFeQ7Ozs6KPcQ4dHZ+ensrq6mpw81V43TdqzHrTlpq2mZqu1WrSbrel0Wj0bvZK2oZMjDhppXnH804xb8LpynetDyNiu35oZGfkOsK1RpM8Ita7nX//+9/L9773vWBqOTwiVqM1N2t1u105ODiQjY2NwGT1Rq3j4+NgSvrq6ipYI9bf0945jRHn8Gqa5ATNAceDIl13IBixXWU0sjNyHeFao0nv59RsDw8PAxlHfXxpc3MzuCtazXt/f1+q1aqYjy7t7e0VZ2radUJG6ydBi6ZIf3tc64MR2/MDjeyMXEe41mjSjdi1fuH6GRHnoAYJOhqq6w4EI7YnPRrZGbmOcK0R/Vx2GYARZ8eyVxIJihHnkFaPWqTrTp43S3a5XWtEP2fXKG4ERhyXVII4EhQjTpAuhQx13cljxPa0cK0R/Zxdo7gRGHFcUgniSFCMOEG6FDLUdSePEdvTwrVG9HN2jeJGYMRxSSWII0Ex4gTpUshQ1508RmxPC9ca0c/ZNYobgRHHJZUgjgTFiBOkSyFDXXfyGLE9LVxrRD9n1yhuBEYcl1SCOBIUI06QLoUMdd3JY8T2tHCtEf2cXaO4ERhxXFIJ4khQjDhBuhQy1HUnjxHb08K1RvRzdo3iRmDEcUkliCNBMeIE6VLIUNedPEZsTwvXGtHP2TWKG4ERxyWVII4ExYgTpEshQ1138hixPS1ca0Q/Z9cobgRGHJdUgjgSFCNOkC6FDHXdyWPE9rRwrRH9nF2juBEYcVxSCeJIUIw4QboUMtR1J48R29PCtUb0c3aN4kZgxHFJJYgjQTHiBOlSyFDXnTxGbE8L1xpNej+nexC/fPlS3r17N3L3paWlJVlcXBTdHrHVasn09LRsbW31dmBKuwWiKo0R2/M9ccSkJ2jiC054gusOhE7eLhga2Rm5jnCt0aT3c0dHR1KpVAJD/eyzzwIzNoZr9iO+u7uT3d1dWV5elvPz8yBe9yS+ubkJYvW8hYWFYJvENAdGnIbekHMnPUFzQNJXpOsOBCO2K4xGdkauI1xr5FM/p8ar5rqysvLAXI3ZXl5e9hmxGvfFxUVwTtoDI05LcMD5PiVoDnjEdQeCEdtVRSM7I9cRrjXyqZ8Lj2yjo1wzWlbj1alp/dlsNuXs7Ezq9bpMTU2lTgWMODXChwX4lKA54MGI84CacZmuO3neLNkFda2RL/2crv2GR7ZRI9bRsh46FW0Ondaen5+Xk5MT6XQ6YtaR7aoNjsjEiG9vb0UfRTnW2m+dNuVV44nT+oteuWt9lA8ajc4SNCr6q0jEtUZFew3Nzs6KPpIcesPWwcGBbGxsyMzMTHDqoBFxeB1YjVunsc3UdK1Wk3a7LY1Go1dGkjZobCZGnLTSvON5p5g34XTlu9aH0ZZdPzSyM3Id4VqjSR8Rq6EeHh7K9vZ2n4Hq8+ZmrW6322fUeqPW8fFxMCV9dXUVjKT197R3TmPEObyaJj1Bc0DSV6TrDgQjtiuMRnZGriNcazTJ/dz9/b3s7e0F08rm0BGuMWUdFesasB6bm5vBXdF6zv7+vlSr1d5Hl0wZhZiadp2Q0fpJ0KIp0t8e1/pgxPb8QCM7I9cRrjWaZCN2rV20fkbEOShCgo6G6roDwYjtSY9GdkauI1xrRD+XXQZgxNmx7JVEgmLEOaTVoxbpupPnzZJdbtca0c/ZNYobgRHHJZUgjgTFiBOkSyFDXXfyGLE9LVxrRD9n1yhuBEYcl1SCOBIUI06QLoUMdd3JY8T2tHCtEf2cXaO4ERhxXFIJ4khQjDhBuhQy1HUnjxHb08K1RvRzdo3iRmDEcUkliCNBMeIE6VLIUNedPEZsTwvXGtHP2TWKG4ERxyWVII4ExYgTpEshQ1138hixPS1ca0Q/Z9cobgRGHJdUgjgSFCNOkC6FDHXdyWPE9rRwrRH9nF2juBEYcVxSCeJIUIw4QboUMtR1J48R29PCtUb0c3aN4kZgxHFJJYgjQTHiBOlSyFDXnTxGbE8L1xrRz9k1ihuBEccllSCOBMWIE6RLIUNdd/IYsT0tXGtEP2fXKG4ERhyXVII4EhQjTpAuhQx13cljxPa0cK0R/Zxdo7gRGHFcUgniSFCMOEG6FDLUdSePEdvTwrVGPvRzuh/xy5cvZW1tLdhhyRzh3ZfMzkq6PWKr1ZLp6WnZ2trq7cCUdgtErRMjtud74ggfEjTxRSc4wXUHQidvFwuN7IxcR7jWaNL7Od1zWM21W6C0AAAKnUlEQVT1gw8+kI8++qhnxOH9iO/u7mR3d1eWl5fl/PxcKpWK6J7ENzc3sri4KGrYCwsLfSY+Tl5gxONQs5wz6QmaA5K+Il13IBixXWE0sjNyHeFaI1/6uaiZDvv78vKyz4h1/+KLiwtZWVlJnQoYcWqEDwvwJUFzQBMU6boDwYjtyqKRnZHrCNca+dLPxTFiNV196NS0/mw2m3J2dib1el2mpqZSpwJGnBohRpwUoesOBCO2K4ZGdkauI1xrVBYj1ilsPXQq2hxHR0cyPz8vJycn0ul0xKwjj5sTmRjx7e2t6KMox1r7rdOmvGo8cVp/0St3rY/yQaPRWYJGRX8VibjWqGivodnZWdFH0iPOiDi8DqxryLpGbKama7WatNttaTQaMjMzk7T6ID4TIx6r5hxP4p1ijnAzKNq1PoyI7SKikZ2R6wjXGvk6Ig7frNXtduXg4EA2NjYCk9UbtY6Pj4Mp6aurq2CNWH9Pe+c0RpzDq8mXBM0BTVCk6w4EI7Yri0Z2Rq4jXGs06f2cTjkfHh72ZNQR7vb2dmC44Y8vbW5uBndF39/fy/7+vlSr1d5Hl/b29oozNe06IaP1k6BFU6S/Pa71wYjt+YFGdkauI1xrNOlG7Fq/cP2MiHNQgwQdDdV1B4IR25MejeyMXEe41oh+LrsMwIizY9kriQTFiHNIq0ct0nUnz5slu9yuNaKfs2sUNwIjjksqQRwJihEnSJdChrru5DFie1q41oh+zq5R3AiMOC6pBHEkKEacIF0KGeq6k8eI7WnhWiP6ObtGcSMw4rikEsSRoBhxgnQpZKjrTh4jtqeFa43o5+waxY3AiOOSShBHgmLECdKlkKGuO3mM2J4WrjWin7NrFDcCI45LKkEcCYoRJ0iXQoa67uQxYntauNaIfs6uUdwIjDguqQRxJChGnCBdChnqupPHiO1p4Voj+jm7RnEjMOK4pBLEkaAYcYJ0KWSo604eI7anhWuN6OfsGsWNwIjjkkoQR4JixAnSpZChrjt5jNieFq41op+zaxQ3AiOOSypBHAmKESdIl0KGuu7kMWJ7WrjWiH7OrlHcCIw4LqkEcSQoRpwgXQoZ6rqTx4jtaeFaI/o5u0ZxIzDiuKQSxJGgGHGCdClkqOtOHiO2p4VrjSa9n9MtDXd2doK9haenp2VrayvYVUm3QWy1Wn3P6c5Labc6HKUoRmzP98QRk56giS844QmuOxA6ebtgaGRn5DrCtUaT3s/pVoe69eHi4mJgvrot4vr6uvz617+WSqUS7D2sJq3/19iFhYVgO8Q8Dow4B6qTnqA5IOkr0nUHghHbFUYjOyPXEa41muR+Tk223W5Lo9EI9h8O//273/2uz4jVrC8uLmRlZSU3yTHiHNBOcoLmgONBka47EIzYrjIa2Rm5jnCt0ST3c4OMeHd3V5aXlwNT1qlpNeBmsylnZ2dSr9dlamoqN8kx4hzQTnKC5oADI34MqBnX4bqT582SXVDXGk1yPxc1Yl0D3t/fl2q1GqwTm+Po6Ejm5+fl5OREOp2OLC0tBVPVWR+ZGPHt7a3ogwMCEIAABCDggsDs7KzoI84xampap6r10HVjXSM2U9O1Wq1vOjtOPXFjMjHiuJURBwEIQAACECgCgfDNWnqjlpquWQdWoz4+Pg6mpK+uroI1Yv09rzunMeIiZARtgAAEIACBRyUQ/viSjnq3t7eDG7ei09T6997eXvGnph+VHpVBAAIQgAAEPCLAiNgjMbkUCEAAAhCYPAIY8eRpRoshAAEIQMAjAhixR2JyKRCAAAQgMHkEMOLJ04wWQwACEICARwQwYo/E5FIgAAEIQGDyCGDEk6cZLYYABCAAAY8IYMQeicmlQAACEIDA5BHAiCdPM1oMAQhAAAIeESiNEZtvR/n617/e+xoz8xVnqufh4WFP1vAXe5uYb33rW/Ly5Ut59+5dELe5uZnb3pSTkl/X19d9TLTd5htq9OvhzF6f+rxy1F1M9BjE9+OPP+770nUt+/T0VFZXV+VPf/pTT5/wN+BEOWkd//znP4M9RXWnFPO1dd/97nf72vn8+fMgRg/zjTn6+4sXL3q5od8zq19rFz43ry98L5Le4W8RijIJa2g2Un/z5k1vn9bo9/ea64rmSXgTdlOffpG+ftm+2ajdaJTnjjdF4p5lW8I6mXLDuR3+asdobDRu0Ospz+0As+QwSWWVxohVFPOVZtqh6gbPZrNn/Y5R8z2jpmPQ/5sNocOGouWEO4+8NoqepCQybQ13xGEjDn+Pa5RdtFMwm2+HN+oOd8Zalv7PmG2YU1Q7jdVD30QdHBzIxsZG8BV2w8qItlN3Y/nHP/4hP/3pT+VrX/uamG3SwruzTKJOSdoc/Q7eKDvDWF8rarhhzmEjDj8fjnv//feDN0N6fvi1NErnJO0va6x5I6mmOapPC7/+lFX472Gvpzx2HyqrTua6S2XEJrG0c9V9JjXpzP6T4Y2fwx1FdGRnwIUTvexJNMqIoyNdjQ2zi37xuv5fX+jDjHjYqMu0Qcv7y1/+Ij//+c+DrcvMSCu8CfiwN1LRsqMmZN64lenNV5jJINMMaxnXiMP8P/zww4FGPGxbOl5r8QhE+6dhr7moEUdfd4NeT2XK/3i000eVyoiHTcOYkbLi1C/+1sN03KOMWDvqQSOz9LJMRgmjjMu8wL/97W8/GEkOM9lwZzHsjY7WOWxkqnqElxjC05tGe7OkMMhUo2VreTobYjqeshqx4f2Nb3zjgWmGlxC63W5vOSE8ixE16DhGbEZnZoZkMl4RxWllFkYcXhLSK2O5ID99S2PE4Re/Tk/qeu/a2trAdd5w56LbXkWnps2oDiP+sveG5V//+lfftKQxYtuIOJza0XVhMzoOx4wy4rD561qjrncNmkYbNtqKlq2bglcqld5G4WU3Yp2SjzIIvxlT/cIzS0a3cYyYEXG6Tj8LIzZ9n76ZHvV6StdSzlYCpTHiQaOdQWuNZnRsOvHo1I1Jm2GjujKl1ahOeNhen6PW1015P/rRj3rLBtH12GFGHC1X9dHRsdnaLKxL9KYu879w2bomHJ7OLusILco7+nowhvnJJ5/0lgKiU5fjGDFrxOl6krRG/LOf/Ux++ctf9tbuR72e0rWUs0tnxIPWCfUuap3+arVavYwYdFdvdGSFEf/fzW+G6Z///Oe+jbUH3QQy6K7p8Mtw2L6fg+4CDd95q2UMGkEZw9X7AH7xi18E7Rs1xRY2HY3Tu7Z/8pOfBNfY6XSCc8t2t7zNiM0bFNU2fMdtdKYjfLPWsKlp7ppOb0rhPXbD/VjSNWI1Yn0jW61W+2aEwndRp28tJRgCpRkRI3n2BGw3TiWp0azvluEjQkm4FDlWO3d9AzvMgIvcdtoGgSIRwIiLpMaEtSVLI56wS6e5EIAABDIjgBFnhpKCIAABCEAAAskJYMTJmXEGBCAAAQhAIDMCGHFmKCkIAhCAAAQgkJwARpycGWdAAAIQgAAEMiOAEWeGkoIgAAEIQAACyQlgxMmZcQYEIAABCEAgMwIYcWYoKQgCEIAABCCQnABGnJwZZ0AAAhCAAAQyI4ARZ4aSgiAAAQhAAALJCfSM+K9//euf3nvvve8kL4IzIAABCEAAAhAYl8BXX3313/8L9wdPKYTcICMAAAAASUVORK5CYII="/>
          <p:cNvSpPr>
            <a:spLocks noChangeAspect="1" noChangeArrowheads="1"/>
          </p:cNvSpPr>
          <p:nvPr/>
        </p:nvSpPr>
        <p:spPr bwMode="auto">
          <a:xfrm>
            <a:off x="1219200" y="12192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3" name="AutoShape 10" descr="data:image/png;base64,iVBORw0KGgoAAAANSUhEUgAAAeIAAAEiCAYAAAAlAdEXAAAAAXNSR0IArs4c6QAAIABJREFUeF7tnUFoI8m5x789eVkwDjgDwZe5ZcllGLAv0YMlS+YtzkGEoEMSRAx2MAoYZEwuxuCTYVAOD+OFgQjDGgyLycGJgyEZEg95l+cQ8EEsGOLcTMCITAxZBoJ92sfXj9JrtSVVt7rb1ar+NQjb8tdV1b//p/qrqlqq94QDAhCAAAQgAAFnBN7Tmv/+979/9e9//9tZI6gYAhCAAAQgUEYCX3311X8HRnx1dfXVN7/5zTIy4JohAAEIQAACzgj87W9/E4zYGX4qhgAEIACBshPAiMueAVw/BCAAAQg4JYARO8VP5RCAAAQgUHYCGHHZM4DrhwAEIAABpwQwYqf4qRwCEIAABMpOACMuewZw/RCAAAQg4JQARuwUP5VDAAIQgEDZCWDEZc8Arh8CEIAABJwSwIid4qdyCEAAAhAoOwGMuOwZwPVDAAIQgIBTAhixU/xUDgEIQAACZSeAEZc9A7h+CEAAAhBwSgAjdoqfyiEAAQhAoOwEMOKyZwDXDwEIQAACTglgxE7xUzkEIAABCJSdAEZc9gzg+mMR+OKLL6TVavViX7x4ISsrKyPPvb+/l729Pel0Og/i5ubmZHt7W2ZmZnr/C9exubkpz549k9evX8vh4aE8f/5c1tfX5e7uTnZ2duTm5iY4L9qOQWV89tlncnZ2JqZOPc+UoefXarW+MqNty6JdsSATBIGSEsCISyo8l52MwPX1tbx8+VLevXsX24xHGbEpxBiu/j3I8Ey9+v96vS6ff/55XxuiZhwt48MPP+y9GRhk5ktLS/Lxxx8/eMMQNuMs2pWMNtEQKBcBjLhcenO1KQl8+eWXvdHjoFFtuPiwERsTnJqakrCp2wwvXJ8pW81zcXGxN1qenp6Wra0tefr06QMzH2TE3W6396bClGXKNqNn/du8SRhkxEnblRI7p0PAawIYsdfycnF5EDDTxWEDHFTPMCPW2EFlDDI8jQ2b4zBDN6YZNnl9Tg8zpW6msaMxOgVujvD/jEln0a48dKBMCPhCACP2RUmu49EIZGHEg8xtmOGFnw+PYMOjUvP8oCl0A2bUCHccI07SrkcTh4ogMIEEMOIJFI0muyXw2EYcNtzwmnL4+UGjXUNp2M1Xg0b0SUbESdrlVjFqh0CxCWDExdaH1hWIQHRdNM3U9Dgj4mh9g4w4/Fx4GjuMMXoXdfjO7SRGbK4hTrsKJCNNgUDhCGDEhZOEBhWRwLAp3/AINdruUWvEw6ahB127GYFHR7aDjFjPH3TDlSl32DnjTE0nbVcRdaVNECgCAYy4CCrQhkITCBuqmmGz2ZRPP/00+CzvqM8TZ2HEo8oYZqrD7sqOfpxq0JuIuCPicdpVaJFpHAQcEsCIHcKn6skgEOezufqxpFEj4lFXOmpUPchszUg0XOaoL/YYVHf4pq9hn3ceddf0uO2aDMVpJQQelwBG/Li8qW0CCQxaUx02LRu+vDhf6KHxo4x40Ag1jhFruYM+6zvos8/jGHGadk1gCtBkCORKACPOFS+FQwACEIAABEYTwIjJEAhAAAIQgIBDAhixQ/hUDQEIQAACEMCIyQEIQAACEICAQwIYsUP4VA0BCEAAAhDAiMkBCEAAAhCAgEMCGLFD+FQNAQhAAAIQwIjJAQhAAAIQgIBDAhixQ/hUDQEIQAACEMCIyQEIQAACEICAQwIYsUP4VA0BCEAAAhDAiMkBCEAAAhCAgEMCGLFD+FQNAQhAAAIQwIjJAQhAAAIQgIBDAhixQ/hUDQEIQAACEMCIyQEIQAACECglAbOv9tramjx79qzHwOxBrk8sLS3J4uJi8L9Bz3/xxRfSarVkenpatra25OnTp6J7fH/++edSq9VkZmbGyhYjtiIiAAIQgAAEfCPw+vVrURP94IMP5KOPPuoZsT6n/1tfX5e7uzvZ3d2V5eVl+fLLLwc+f35+LpVKJfj/zc1NYNpq2AsLC33mPoofRuxbdnE9EIAABCAQm0DUNIf9fXFx0WeuJu7y8rLPiOfm5kRjV1ZWYrcBI46NikAIQAACEPCNQBwjVnPV0W54lKvn6fP60Klp/dlsNuXs7Ezq9bpMTU3FRoURx0ZFIAQgAAEI+EbAZsQ6Ta1H1IjN82b9WGOOjo5kfn5eTk5OpNPp9K0v5z41fXt7K/rggAAEIAABCLggMDs7K/pIetiM2Px/2NS0uclL15bVrM3UtN6o1W63pdFoWG/YYkScVDXiIQABCEDAGwJRIw7frNXtduXg4EA2NjZE77A2N3GFn9e7ovVGrePj42BK+urqKlgj1t/j3jmNEXuTTlwIBCAAAQjEJaCmenh42AvXkez29nYweg1/TGlzc7N39/Og5/WjSvv7+1KtVnsfXdrb23v8qem4F04cBCAAAQhAAAL9BBgRkxEQgAAEIAABhwQwYofwqRoCEIAABCCAEZMDEIAABCAAAYcEMGKH8KkaAhCAAAQggBGTAxCAAAQgAAGHBDBih/CpGgIQgAAEIIARkwMQgAAEIAABhwQwYofwqRoCEIAABCCAEZMDEIAABCAAAYcEMGKH8KkaAhCAAAQggBGTAxCAAAQgAAGHBDBih/CpGgIQgAAEIIARkwMQgAAEIFA6Arp14c7OTm8PYbPzkoII77K0tLQki4uLotsjtlotmZ6elq2trd5OS3G3OhwFGCMuXfpxwRCAAATKTUC3LtStCtVgnz17FuwzfHNzIysrK4Hhmn2H7+7uZHd3V5aXl+X8/FwqlUqw97DG6rnRvYzHpYoRj0uO8yAAAQhAYCIJqJm2221pNBrB/sPX19dycHAgGxsbcnx8LAsLC317EOvfl5eXfUas+xdfXFwE5p32wIjTEuR8CEAAAhCYKALREXHYmAcZsZquPnRqWn82m005OzuTer0uU1NTqa8dI06NkAIgAAEIQGDSCJg1X9NuNVhdJ44asU5T66FT0eY4OjqS+fl5OTk5kU6nI2YdeVwGmRjx7e2t6IMDAhCAAAQeh8Ba++3jVDSklleNJ07rj1Y+Ozsr+hjn0Knp09NTWV1dFb35atDUtK4l66EGrmvEZmq6Vqv1TXOPU38mRjxOxZwDAQhAAALjE/jPn//P+CdncOYf/+s/MijFfRFmmlqN1twdbW7W6na7vbVjXUvWKWwdMeuU9NXVVbBGrL+nvXMaI3afB7QAAhCAQGICGHFiZH0nDPqIkgkI/29zczO4cUsNe39/X6rVau+jS3rndWGmptPh4GwIQAACEEhKACNOSqy48YyIi6sNLYMABCAwlABG7E9yYMT+aMmVQAACJSKAEfsjNkbsj5ZcCQQgUCICGLE/YmPE/mjJlUAAAiUigBH7IzZG7I+WXAkEIFAiAhixP2JjxP5oyZVAAAIlIoAR+yM2RuyPllwJBCBQIgIYsT9iY8T+aMmVQAACJSKAEfsjNkbsj5ZcCQQgUCICGLE/YmPE/mjJlUAAAiUigBH7IzZG7I+WXAkEIFAiAhixP2JjxP5oyZVAAAIlIoAR+yM2RuyPllwJBCBQIgIYcTqxdQ/ily9fyrt374KCzC5L+vugnZl0H+JWqyXT09OytbXV24Ep7RaIWh9GnE5LzoYABCDghABGnA67mu3CwkKwxaGa8unpqayurgb7DJv9iO/u7mR3d1eWl5fl/PxcKpVKsCfxzc1NsHdxuIw0rcGI09DjXAhAAAKOCGDE6cBHjViN9sc//vEDczVxl5eXfUY8NzcnFxcXsrKykq4hjIhT86MACEAAAk4IYMTpsOvIdmdnJxjdPn/+XNbX12VqamqgEavp6kOnpvVns9mUs7MzqdfrwTlpD0bEaQlyPgQgAAEHBDDidNB1OvrTTz+V73//+6LrvD/4wQ8GTjfrNLUeOhVtjqOjI5mfn5eTkxPpdDqytLTU9/+kLcvEiG9vb0UfHBCAAAQg8DgE1tpvH6eiIbW8ajxxWn+08tnZWdFHnENHw2bt9+nTp8G6b7vdlkajIcfHx721Yy0rug6sN23pKNpMTddqtd65MzMzcap/EJOJEY9VMydBAAIQgMDYBBgRj40uMN6wEevo+ODgQDY2NoIbt8zNWt1ut/e8mqyep0atU9J6U5euEevvae+cxojH15IzIQABCDgjgBGnQ28+jmRKGfbxJfP8/f297O/vS7Va7X10aW9vrzhT0+lwcDYEIAABCCQlgBEnJVbceEbExdWGlkEAAhAYSgAj9ic5MGJ/tORKIACBEhHAiP0RGyP2R0uuBAIQKBEBjNgfsTFif7TkSiAAgRIRwIj9ERsj9kdLrgQCECgRAYzYH7ExYn+05EogAIESEcCI/REbI/ZHS64EAhAoEQGM2B+xMWJ/tORKIACBEhHAiP0RGyP2R0uuBAIQKBEBjNgfsTFif7TkSiAAgRIRwIj9ERsj9kdLrgQCECgRAYzYH7ExYn+05EogAIESEcCI/REbI/ZHS64EAhAoEQGMeHyxdTvDnZ2dYF9hc+j+wtvb26LbHeoexGdnZ8G/lpaWZHFxUcxuTdPT07K1tdXbgSntFohaB0Y8vpacCQEIQMAZAYw4O/Rqsrq38MrKSmC4Zj/iu7u73r7F5+fnUqlUgj2J1cDVnNWwFxYW5NmzZ6kagxGnwsfJEIAABNwQwIiz4x421Ki5mr8vLy/7jFhH0Ma807YEI05LkPMhAAEIOCCAEWcD/fr6Wk5PT2V1dVWmpqYejHLViNV09dFqtYKfzWYzmLqu1+vBOWkPjDgtQc6HAAQg4IAARpwNdJ2G1kOnmvWIjoij/9eYo6MjmZ+fl5OTE+l0Or115HFblIkR397eij44IAABCEDgcQistd8+TkVDannVeOK0/mjls7Ozoo8kh673ttttaTQawU1ag4w4asy6hqxrxGZqularPSgjSRs0NhMjTlop8RCAAAQgkI4AI+J0/PRsHe2qqepNWuYI36zV7Xbl4OBANjY2AqNW4z4+Pg6mpK+uroI1Yv097Z3TGHF6LSkBAhCAwKMTwIjTIb+/v5e9vb1gSjp613P440ubm5vB/zV+f39fqtVq76NLen5hpqbT4eBsCEAAAhBISgAjTkqsuPGMiIurDS2DAAQgMJQARuxPcmDE/mjJlUAAAiUigBH7IzZG7I+WXAkEIFAiAhixP2JjxP5oyZVAAAIlIoAR+yM2RuyPllwJBCBQIgIYsT9iY8T+aMmVQAACJSKAEfsjNkbsj5ZcCQQgUCICGLE/YmPE/mjJlUAAAiUigBH7IzZG7I+WXAkEIFAiAhixP2JjxP5oyZVAAAIlIoAR+yM2RuyPllwJBCBQIgIYsT9iY8T+aMmVQAACJSKAEfsjNkbsj5ZcCQQgUCICGHF6sXUbxMPDw6CgFy9e9LZDDO++tLS0FOzQpNsjtlotmZ6elq2trd4OTGm3QNS6MeL0WlICBCAAgUcngBGnQx7ed3hqaqpXWPj5u7s72d3dleXlZTk/P5dKpRLsSax7GKs5q2EvLCw82EYxacsw4qTEiIcABCBQAAIYcToRhplo9Hnz9+XlZZ8Rz83NycXFRW8UnaY1GHEaepwLAQhAwBEBjHh88Pf397K3tyedTqdXiJmCHmTEarr60Klp/dlsNuXs7Ezq9bqER9PjtggjHpcc50EAAhBwSAAjHh++GvH+/r5Uq9Vgrff6+loODg5kY2NDjo+P+6abdR1ZD52KNsfR0ZHMz8/LyclJYObGxMdtUSZGfHt7K/rggAAEIACBxyGw1n77OBUNqeVV44nT+qOVz87Oij7iHFEjDv/95s2bPiOOjpB1DVnXiM3UdK1Wk3a7LY1GQ2ZmZuJU/yAmEyMeq2ZOggAEIACBsQkwIh4bXXCiGqyaqbkjWke+6+vrcnV1Jeb3brfbGymryeqNWjpi1ilpjdM1Yv097Z3TGHE6LTkbAhCAgBMCGHE67GqqOzs7weg2/JEkY9K6BqzH5uZmcFf0oFG0WWcuxNR0OhycDQEIQAACSQlgxEmJFTeeEXFxtaFlEIAABIYSwIj9SQ6M2B8tuRIIQKBEBDBif8TGiP3RkiuBAARKRAAj9kdsjNgfLbkSCECgRAQwYn/Exoj90ZIrgQAESkQAI/ZHbIzYHy25EghAoEQEMGJ/xMaI/dGSK4EABEpEACP2R2yM2B8tuRIIQKBEBDBif8TGiP3RkiuBAARKRAAj9kdsjNgfLbkSCECgRAQwYn/Exoj90ZIrgQAESkQAI/ZHbIzYHy25EghAoEQEMGJ/xMaI/dGSK4EABEpEACNOJ7ZudXh4eNgrxOyypE/oFolm9yWzs5LuQ9xqtfp2atIdmdJugaj1YcTptORsCEAAAk4IYMTpsKsR66H7EYcPNVyzH/Hd3Z3s7u7K8vKynJ+fS6VSCfYk1q0T9Tw17IWFhWCbxDQHRpyGHudCAAIQcEQAI04HfpgRR83V/H15edlnxHNzc3JxcSErKyvpGsKIODU/CoAABCDghABGnA57eGpaTXV7e1tmZmYejHLViPX/+tCpaf3ZbDaDqet6vS5TU1PpGoIRp+ZHARCAAAScEMCIs8OupqxT0uvr68Gab3i6edDI+ejoSObn5+Xk5EQ6nY6YdeRxW5TJ1PTt7a3ooyjHWvut06a8ajxxWj+VQwAC/hOgn+vXeHZ2VvQxznF9fS2np6eyurr6wIijU9Vq2LpGbKama7WatNttaTQawYh6nCMTIx6n4jzP4Z1innQpGwIQKAIB+rnsVNBRr5qrrveGb9bqdrtycHAgGxsbgcnqjVrHx8fBlPTV1VWwRqy/p71zGiPOTsteSX/8r//IoVSKhAAEIPD/BDDi8bNBDXVnZycwXz2eP38eTEub9d7wx5fMx5r0o0r7+/tSrVbl6dOnon/v7e0VZ2p6fBz5nEmC5sOVUiEAgeIQoJ8rjhZpW8KIOC3BAeczIs4BKkVCAAJ9BDBifxICI85BS4w4B6gUCQEIYMSe5gBGnIOwGHEOUCkSAhDAiD3NAYw4B2Ex4hygUiQEIIARe5oDGHEOwmLEOUClSAhAACP2NAcw4hyExYhzgEqREIAARuxpDmDEOQiLEecAlSIhAAGM2NMcwIhzEBYjzgEqRUIAAhixpzmAEecgLEacA1SKhAAEMGJPcwAjzkFYjDgHqBQJAQhgxJ7mAEacg7AYcQ5QKRICEMCIPc0BjDgHYTHiHKBSJAQggBF7mgMYcQ7CYsQ5QKVICEAAI84hB3QLxN/85jeytbUV7KqkR3j3paWlJVlcXAy2R2y1WjI9Pd2L1R2Y0m6BqPVhxDkIixHnAJUiIQABjDjjHLi+vpZf/epXQak//OEPAyMO70d8d3cnu7u7sry8LOfn51KpVII9iXX7RDVnNeyFhQV59uxZqpZhxKnwDT4ZI84BKkVCAAIYcYY5YPYX/uSTT+QPf/hDb5/hqLmavy8vL/uMeG5uTi4uLmRlZSV1qzDi1AgfFoAR5wCVIiEAAYw4wxzQka+ObD/++GPZ398facRquvrQqWn92Ww25ezsTOr1ukxNTaVuFUacGiFGnANCioQABCwE2I94/BTR6eV2uy2NRkPef//9kUasa8h66FS0OY6OjmR+fl5OTk6k0+mIWUcet0WZGPHt7a3ooyjHWvut06a8ajxxWn/RK3etj/JBo6JnCe2zEXD9Oiraa2h2dlb0EefQteGXL1/Ku3fveuHmJqw3b970rftGp6rNSNpMTddqtZ6pz8zMxKn+QUwmRjxWzTmexDvFHOFmULRrffQSWD7IQEiKcErA9evIl9eQWSuuVqsPbtbqdrtycHAgGxsboiarI+nj4+NgSvrq6ipYI9bf0945jRHn8FLyJUFzQBMU6boDwYjzUpZyH5OA69eRL/1c1IhVw/DHlzY3N4O7oqNx+vfe3l5xpqYfM/ni1EWCxqHkLsa1PhixO+2pOTsCrl9HvhhxdoqMXxIj4vHZDT2TBB0N1XUHghHnkPQU+egEXL+O6Oeykxwjzo5lryQSFCPOIa0oEgJ9BDBifxICI85BS4wYI84hrSgSAhixpzmAEecgLEaMEeeQVhQJAYzY0xzAiHMQFiPGiHNIK4qEAEbsaQ5gxDkIixFjxDmkFUVCACP2NAcw4hyExYgx4hzSiiIhgBF7mgMYcQ7CYsQYcQ5pRZEQwIg9zQGMOAdhMWKMOIe0okgIYMSe5gBGnIOwGDFGnENaUSQEMGJPcwAjzkFYjBgjziGtKBICGLGnOYAR5yAsRowR55BWj1qk629t0ovldVTs1xH6ZPeSxIizY9kriQQtdgdCJ29PeozYzsh1hGuNJr2fC+9JrHsLb29vB1sd6hHefWlpaUkWFxdF9yFutVpi9i1++vRpsCNT2i0QtT6MOIdX06QnaA5ICjWlhhHbFXbdyaNR8TWa9H7ut7/9rXznO98JzPf169cBcGO4+vf6+rrc3d3J7u6uLC8vy/n5uVQqlWBP4pubmyBWDXthYSHYJjHNgRGnoTfk3ElP0ByQYMR5Q824fIw4Y6A5FOdaI5/6ubChRs3V/H15edlnxDqKvri4kJWVldTqYsSpET4swKcEzQGPuO5AGG3ZVUUjOyPXEa41mvR+Ljw1/eLFi56hDjJiNV196NS0/mw2m3J2dib1el2mpqZSpwJGnBohRpwUoesOBCO2K4ZGdkauI1xrNOlGHNZPp6J1ullHt1EjDk9bm3OOjo5kfn5eTk5OpNPpiFlHHjcnMjHi29tb0UdRjrX2W6dNedV44rT+olfuWh/lg0ajswSNiv4qEnGtUdFeQ7Ozs6KPcQ4dHZ+ensrq6mpw81V43TdqzHrTlpq2mZqu1WrSbrel0Wj0bvZK2oZMjDhppXnH804xb8LpynetDyNiu35oZGfkOsK1RpM8Ita7nX//+9/L9773vWBqOTwiVqM1N2t1u105ODiQjY2NwGT1Rq3j4+NgSvrq6ipYI9bf0945jRHn8Gqa5ATNAceDIl13IBixXWU0sjNyHeFao0nv59RsDw8PAxlHfXxpc3MzuCtazXt/f1+q1aqYjy7t7e0VZ2radUJG6ydBi6ZIf3tc64MR2/MDjeyMXEe41mjSjdi1fuH6GRHnoAYJOhqq6w4EI7YnPRrZGbmOcK0R/Vx2GYARZ8eyVxIJihHnkFaPWqTrTp43S3a5XWtEP2fXKG4ERhyXVII4EhQjTpAuhQx13cljxPa0cK0R/Zxdo7gRGHFcUgniSFCMOEG6FDLUdSePEdvTwrVG9HN2jeJGYMRxSSWII0Ex4gTpUshQ1508RmxPC9ca0c/ZNYobgRHHJZUgjgTFiBOkSyFDXXfyGLE9LVxrRD9n1yhuBEYcl1SCOBIUI06QLoUMdd3JY8T2tHCtEf2cXaO4ERhxXFIJ4khQjDhBuhQy1HUnjxHb08K1RvRzdo3iRmDEcUkliCNBMeIE6VLIUNedPEZsTwvXGtHP2TWKG4ERxyWVII4ExYgTpEshQ1138hixPS1ca0Q/Z9cobgRGHJdUgjgSFCNOkC6FDHXdyWPE9rRwrRH9nF2juBEYcVxSCeJIUIw4QboUMtR1J48R29PCtUb0c3aN4kZgxHFJJYgjQTHiBOlSyFDXnTxGbE8L1xpNej+nexC/fPlS3r17N3L3paWlJVlcXBTdHrHVasn09LRsbW31dmBKuwWiKo0R2/M9ccSkJ2jiC054gusOhE7eLhga2Rm5jnCt0aT3c0dHR1KpVAJD/eyzzwIzNoZr9iO+u7uT3d1dWV5elvPz8yBe9yS+ubkJYvW8hYWFYJvENAdGnIbekHMnPUFzQNJXpOsOBCO2K4xGdkauI1xr5FM/p8ar5rqysvLAXI3ZXl5e9hmxGvfFxUVwTtoDI05LcMD5PiVoDnjEdQeCEdtVRSM7I9cRrjXyqZ8Lj2yjo1wzWlbj1alp/dlsNuXs7Ezq9bpMTU2lTgWMODXChwX4lKA54MGI84CacZmuO3neLNkFda2RL/2crv2GR7ZRI9bRsh46FW0Ondaen5+Xk5MT6XQ6YtaR7aoNjsjEiG9vb0UfRTnW2m+dNuVV44nT+oteuWt9lA8ajc4SNCr6q0jEtUZFew3Nzs6KPpIcesPWwcGBbGxsyMzMTHDqoBFxeB1YjVunsc3UdK1Wk3a7LY1Go1dGkjZobCZGnLTSvON5p5g34XTlu9aH0ZZdPzSyM3Id4VqjSR8Rq6EeHh7K9vZ2n4Hq8+ZmrW6322fUeqPW8fFxMCV9dXUVjKT197R3TmPEObyaJj1Bc0DSV6TrDgQjtiuMRnZGriNcazTJ/dz9/b3s7e0F08rm0BGuMWUdFesasB6bm5vBXdF6zv7+vlSr1d5Hl0wZhZiadp2Q0fpJ0KIp0t8e1/pgxPb8QCM7I9cRrjWaZCN2rV20fkbEOShCgo6G6roDwYjtSY9GdkauI1xrRD+XXQZgxNmx7JVEgmLEOaTVoxbpupPnzZJdbtca0c/ZNYobgRHHJZUgjgTFiBOkSyFDXXfyGLE9LVxrRD9n1yhuBEYcl1SCOBIUI06QLoUMdd3JY8T2tHCtEf2cXaO4ERhxXFIJ4khQjDhBuhQy1HUnjxHb08K1RvRzdo3iRmDEcUkliCNBMeIE6VLIUNedPEZsTwvXGtHP2TWKG4ERxyWVII4ExYgTpEshQ1138hixPS1ca0Q/Z9cobgRGHJdUgjgSFCNOkC6FDHXdyWPE9rRwrRH9nF2juBEYcVxSCeJIUIw4QboUMtR1J48R29PCtUb0c3aN4kZgxHFJJYgjQTHiBOlSyFDXnTxGbE8L1xrRz9k1ihuBEccllSCOBMWIE6RLIUNdd/IYsT0tXGtEP2fXKG4ERhyXVII4EhQjTpAuhQx13cljxPa0cK0R/Zxdo7gRGHFcUgniSFCMOEG6FDLUdSePEdvTwrVGPvRzuh/xy5cvZW1tLdhhyRzh3ZfMzkq6PWKr1ZLp6WnZ2trq7cCUdgtErRMjtud74ggfEjTxRSc4wXUHQidvFwuN7IxcR7jWaNL7Od1zWM21W6C0AAAKnUlEQVT1gw8+kI8++qhnxOH9iO/u7mR3d1eWl5fl/PxcKpWK6J7ENzc3sri4KGrYCwsLfSY+Tl5gxONQs5wz6QmaA5K+Il13IBixXWE0sjNyHeFaI1/6uaiZDvv78vKyz4h1/+KLiwtZWVlJnQoYcWqEDwvwJUFzQBMU6boDwYjtyqKRnZHrCNca+dLPxTFiNV196NS0/mw2m3J2dib1el2mpqZSpwJGnBohRpwUoesOBCO2K4ZGdkauI1xrVBYj1ilsPXQq2hxHR0cyPz8vJycn0ul0xKwjj5sTmRjx7e2t6KMox1r7rdOmvGo8cVp/0St3rY/yQaPRWYJGRX8VibjWqGivodnZWdFH0iPOiDi8DqxryLpGbKama7WatNttaTQaMjMzk7T6ID4TIx6r5hxP4p1ijnAzKNq1PoyI7SKikZ2R6wjXGvk6Ig7frNXtduXg4EA2NjYCk9UbtY6Pj4Mp6aurq2CNWH9Pe+c0RpzDq8mXBM0BTVCk6w4EI7Yri0Z2Rq4jXGs06f2cTjkfHh72ZNQR7vb2dmC44Y8vbW5uBndF39/fy/7+vlSr1d5Hl/b29oozNe06IaP1k6BFU6S/Pa71wYjt+YFGdkauI1xrNOlG7Fq/cP2MiHNQgwQdDdV1B4IR25MejeyMXEe41oh+LrsMwIizY9kriQTFiHNIq0ct0nUnz5slu9yuNaKfs2sUNwIjjksqQRwJihEnSJdChrru5DFie1q41oh+zq5R3AiMOC6pBHEkKEacIF0KGeq6k8eI7WnhWiP6ObtGcSMw4rikEsSRoBhxgnQpZKjrTh4jtqeFa43o5+waxY3AiOOSShBHgmLECdKlkKGuO3mM2J4WrjWin7NrFDcCI45LKkEcCYoRJ0iXQoa67uQxYntauNaIfs6uUdwIjDguqQRxJChGnCBdChnqupPHiO1p4Voj+jm7RnEjMOK4pBLEkaAYcYJ0KWSo604eI7anhWuN6OfsGsWNwIjjkkoQR4JixAnSpZChrjt5jNieFq41op+zaxQ3AiOOSypBHAmKESdIl0KGuu7kMWJ7WrjWiH7OrlHcCIw4LqkEcSQoRpwgXQoZ6rqTx4jtaeFaI/o5u0ZxIzDiuKQSxJGgGHGCdClkqOtOHiO2p4VrjSa9n9MtDXd2doK9haenp2VrayvYVUm3QWy1Wn3P6c5Labc6HKUoRmzP98QRk56giS844QmuOxA6ebtgaGRn5DrCtUaT3s/pVoe69eHi4mJgvrot4vr6uvz617+WSqUS7D2sJq3/19iFhYVgO8Q8Dow4B6qTnqA5IOkr0nUHghHbFUYjOyPXEa41muR+Tk223W5Lo9EI9h8O//273/2uz4jVrC8uLmRlZSU3yTHiHNBOcoLmgONBka47EIzYrjIa2Rm5jnCt0ST3c4OMeHd3V5aXlwNT1qlpNeBmsylnZ2dSr9dlamoqN8kx4hzQTnKC5oADI34MqBnX4bqT582SXVDXGk1yPxc1Yl0D3t/fl2q1GqwTm+Po6Ejm5+fl5OREOp2OLC0tBVPVWR+ZGPHt7a3ogwMCEIAABCDggsDs7KzoI84xampap6r10HVjXSM2U9O1Wq1vOjtOPXFjMjHiuJURBwEIQAACECgCgfDNWnqjlpquWQdWoz4+Pg6mpK+uroI1Yv09rzunMeIiZARtgAAEIACBRyUQ/viSjnq3t7eDG7ei09T6997eXvGnph+VHpVBAAIQgAAEPCLAiNgjMbkUCEAAAhCYPAIY8eRpRoshAAEIQMAjAhixR2JyKRCAAAQgMHkEMOLJ04wWQwACEICARwQwYo/E5FIgAAEIQGDyCGDEk6cZLYYABCAAAY8IYMQeicmlQAACEIDA5BHAiCdPM1oMAQhAAAIeESiNEZtvR/n617/e+xoz8xVnqufh4WFP1vAXe5uYb33rW/Ly5Ut59+5dELe5uZnb3pSTkl/X19d9TLTd5htq9OvhzF6f+rxy1F1M9BjE9+OPP+770nUt+/T0VFZXV+VPf/pTT5/wN+BEOWkd//znP4M9RXWnFPO1dd/97nf72vn8+fMgRg/zjTn6+4sXL3q5od8zq19rFz43ry98L5Le4W8RijIJa2g2Un/z5k1vn9bo9/ea64rmSXgTdlOffpG+ftm+2ajdaJTnjjdF4p5lW8I6mXLDuR3+asdobDRu0Ospz+0As+QwSWWVxohVFPOVZtqh6gbPZrNn/Y5R8z2jpmPQ/5sNocOGouWEO4+8NoqepCQybQ13xGEjDn+Pa5RdtFMwm2+HN+oOd8Zalv7PmG2YU1Q7jdVD30QdHBzIxsZG8BV2w8qItlN3Y/nHP/4hP/3pT+VrX/uamG3SwruzTKJOSdoc/Q7eKDvDWF8rarhhzmEjDj8fjnv//feDN0N6fvi1NErnJO0va6x5I6mmOapPC7/+lFX472Gvpzx2HyqrTua6S2XEJrG0c9V9JjXpzP6T4Y2fwx1FdGRnwIUTvexJNMqIoyNdjQ2zi37xuv5fX+jDjHjYqMu0Qcv7y1/+Ij//+c+DrcvMSCu8CfiwN1LRsqMmZN64lenNV5jJINMMaxnXiMP8P/zww4FGPGxbOl5r8QhE+6dhr7moEUdfd4NeT2XK/3i000eVyoiHTcOYkbLi1C/+1sN03KOMWDvqQSOz9LJMRgmjjMu8wL/97W8/GEkOM9lwZzHsjY7WOWxkqnqElxjC05tGe7OkMMhUo2VreTobYjqeshqx4f2Nb3zjgWmGlxC63W5vOSE8ixE16DhGbEZnZoZkMl4RxWllFkYcXhLSK2O5ID99S2PE4Re/Tk/qeu/a2trAdd5w56LbXkWnps2oDiP+sveG5V//+lfftKQxYtuIOJza0XVhMzoOx4wy4rD561qjrncNmkYbNtqKlq2bglcqld5G4WU3Yp2SjzIIvxlT/cIzS0a3cYyYEXG6Tj8LIzZ9n76ZHvV6StdSzlYCpTHiQaOdQWuNZnRsOvHo1I1Jm2GjujKl1ahOeNhen6PW1015P/rRj3rLBtH12GFGHC1X9dHRsdnaLKxL9KYu879w2bomHJ7OLusILco7+nowhvnJJ5/0lgKiU5fjGDFrxOl6krRG/LOf/Ux++ctf9tbuR72e0rWUs0tnxIPWCfUuap3+arVavYwYdFdvdGSFEf/fzW+G6Z///Oe+jbUH3QQy6K7p8Mtw2L6fg+4CDd95q2UMGkEZw9X7AH7xi18E7Rs1xRY2HY3Tu7Z/8pOfBNfY6XSCc8t2t7zNiM0bFNU2fMdtdKYjfLPWsKlp7ppOb0rhPXbD/VjSNWI1Yn0jW61W+2aEwndRp28tJRgCpRkRI3n2BGw3TiWp0azvluEjQkm4FDlWO3d9AzvMgIvcdtoGgSIRwIiLpMaEtSVLI56wS6e5EIAABDIjgBFnhpKCIAABCEAAAskJYMTJmXEGBCAAAQhAIDMCGHFmKCkIAhCAAAQgkJwARpycGWdAAAIQgAAEMiOAEWeGkoIgAAEIQAACyQlgxMmZcQYEIAABCEAgMwIYcWYoKQgCEIAABCCQnABGnJwZZ0AAAhCAAAQyI4ARZ4aSgiAAAQhAAALJCfSM+K9//euf3nvvve8kL4IzIAABCEAAAhAYl8BXX3313/8L9wdPKYTcICMAAAAASUVORK5CYII="/>
          <p:cNvSpPr>
            <a:spLocks noChangeAspect="1" noChangeArrowheads="1"/>
          </p:cNvSpPr>
          <p:nvPr/>
        </p:nvSpPr>
        <p:spPr bwMode="auto">
          <a:xfrm>
            <a:off x="1371600" y="1371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4" name="AutoShape 11" descr="data:image/png;base64,iVBORw0KGgoAAAANSUhEUgAAAeIAAAEiCAYAAAAlAdEXAAAAAXNSR0IArs4c6QAAIABJREFUeF7tnU9IZNnVwM+snI24MAODGwMJE7KRBoUQh8AE+gM3LoKrIAgKUosminwbEXrVILUZxIFZFIJCgwghguBGGJsOgZiNCxGEmJ0ERBgMESGUq/7mvC+35tbr+nMtX92yzv09KLrseu/de3/n3Pure9+rqk+EDQIQgAAEIACBnhH4REv+5z//+eE///lPzypBwRCAAAQgAIEUCXz48OHPmYgvLy8/fPHFFykyoM0QgAAEIACBnhH4xz/+IYi4Z/gpGAIQgAAEUieAiFPPANoPAQhAAAI9JYCIe4qfwiEAAQhAIHUCiDj1DKD9EIAABCDQUwKIuKf4KRwCEIAABFIngIhTzwDaDwEIQAACPSWAiHuKn8IhAAEIQCB1Aog49Qyg/RCAAAQg0FMCiLin+CkcAhCAAARSJ4CIU88A2g8BCEAAAj0lgIh7ip/CIQABCEAgdQKIOPUMoP0QgAAEINBTAoi4p/gpHAIQgAAEUieAiFPPANoPAQhAAAI9JYCIe4qfwiEAAQhAIHUCiDj1DDDc/vPzcymXyw1buLq6KmNjY3WvHR0dydu3b2VwcFDW1tZkdHRU3P/lT/LixQtZXl6WgYGB7KW7uzt58+aNXF9f1+2a3+/h4UE2Nzfl7OysKfmXL1/KwsJC27r57XPt2d7eluPj44/OPTIyIq9fv5arq6uGTNzrQ0NDLTPCr79rmx7g2tTo/9wJ82X455qbm5OpqSnJx6xRnAynLE1LlAAiTjTwKTRbpbO+vi739/cNm5sX3mNE7E7oRNFMxLqfL/YQEeeP0b8b1a1IEbv2OCE2y49QEesblGZvCvwyXLtU4F988YX88Y9//KhoZJxCb027jYg47fgn1/q8MBtJodGM2P8//xytZpL+bLrVzNh/zZer/0YhVMQuoO48fr31tUby9uWa3z+fII8RsX+sz8wvIz8Ddq99/vnnH82y3epDcklLg80TQMTmQ0wD8wR8KfgSbDUjbiW0VrNINyvMH99IaCoa//99yT9WxK7c/GyykYiVj7960Ghp3DHsVMTNygh5YxS6bE6mQ6BfCSDifo0c9e6YQDMJPkZ2vkBaiavRObXizeqgrzmJdipiVzddknfXuh0sX7j+G4hW9fFBP0XEzcpo9mal2ay+48BzIASeKQFE/EwDQ7WeTqDZ7O8xssvP2Jx0Q8XVrA6tjnfy7lTEvmzzM+L8NWp/RaDRG4CilqbdeVwZjZbj8zPfVvF7enZwBgg8HwKI+PnEgpoUTKAIEeeXVJ1AqtVq7S7pVjPiXojYf/PQaNm80TXuTz/9NOiabDdnxPnr6Ii44A7B6Z4tAUT8bENDxZ5K4LEifkx5/rlbXSPupoib1bediBsd16trxL7Y829oEPFjMpJ9+5kAIu7n6FH3lgSKELGe4/T0tO5zvf55291I1GsR5+Wmwj08PJTFxcXaZ6B9Cce+a7rZNWsNLCKmg6dCABGnEukE21mEiJt9FlZxtpNWI5n84he/+OgLPZp9nrndNeKQGXGzczc7tt1ndh+zNB3yOeJ8jBrx0bq2q1eC6U2TDRFAxIaCSVPqCRQhYj1jI6G0++ILV5N8HfTbuvxv4Go0ow69WasTEesxjb4trNV1br+cUBHrMflvEGvV1kafH/bLRcT0bssEELHl6NI2CBRMIPRu8YKL5XQQME0AEZsOL42DQLEEEHGxPDkbBJQAIiYPIACBYAKIOBgVO0IgmAAiDkbFjhCAACImByBQPAFEXDxTzggBCEAAAhAIJoCIg1GxIwQgAAEIQKB4Aoi4eKacEQIQgAAEIBBMABEHo2JHCEAAAhCAQPEEEHHxTDkjBCAAAQhAIJgAIg5GxY4QgAAEIACB4gkg4uKZckYIQAACEIBAMAFEHIyKHSEAAQhAAALFE0DExTPljBCAAAQgAIFgAog4GBU7QgACEIAABIongIiLZ8oZIQABCEAAAsEEEHEwKnaEAAQgAAHrBBr9/rj7PWz/Nfeb5O43x91vautvjut3su/u7srMzIwMDQ21RYaI2yJiBwhAAAIQSJHA3d2dVCoVKZVKcnV1JUdHR7K8vCzValU2NjZkfn5eTk5OZHJyUnTf6+trmZqaEhX2xMSEjI2NBWFDxEGY2AkCEIAABFIjoLPd09NTWVhY+EiuTrYXFxd1Ih4ZGakdE8oLEYeSYj8IQAACEEiGgC4vb21tyfT0tOhyc36Wq3+rdPVRLpezf5eWluT4+FhmZ2dlYGAgmBUiDkbFjhCAAAQgkAoBXYo+PDyUxcXFTKp5EesytW66FO22vb09GR8fl4ODAzk7OxN3Hbkds0JEfHt7K/pggwAEIAABCDwnAsPDw6KPx26NZsD+dd/867qMrdeI3dK03qjlri+3u2GrEBE/toHsDwEIQAACEHiuBHQ2vLOzIysrK7W7nlW07matm5ubutf1Rq39/f1sSfry8jK7RqzPQ++cRsTPNROoFwQgAAEI9ISACldnt3qTlr/5H19yH2nKX0vWvzc3N+MvTfeEFIVCAAIQgAAEDBBgRmwgiDQBAhCAAAT6lwAi7t/YUXMIQAACEDBAABEbCCJNgAAEIACB/iWAiPs3dtQcAhCAAAQMEEDEBoJIEyAAAQhAoH8JIOL+jR01hwAEIAABAwQQsYEg0gQIQAACEOhfAoi4f2NHzSEAAQhAwAABRGwgiDQBAhCAAAT6lwAi7t/YUXMIQAACEDBAABEbCCJNgAAEIACB/iWAiPs3dtQcAhCAAAQMEEDEBoJIEyAAAQhAoH8JIOL+jR01hwAEIAABAwQQsYEg0gQIQAACEOhfAoi4f2NHzSEAAQhAwAABRGwgiDQBAhCAAAT6lwAi7t/YUXMIQAACEDBAABEbCCJNgAAEIACB/iWAiPs3dtQcAhCAAAQMEEDEBoJIEyAAAQhAoH8JIOL+jR01hwAEIACBLhC4urqS9fV1ub+/l5GREXn9+rUMDQ3J9va2HB8fZyXOzc3J1NSUnJ+fS7lclsHBQVlbW5PR0VF5eHiQ3d1dmZmZyY5rtyHidoR4HQIQgAAEkiFwd3cnGxsbMj8/n0nVbSrco6MjWV5elmq1Wtvn5OREJicnRY+7vr7O5KzCnpiYkLGxsSBuiDgIEztBAAIQgEAKBFS4p6ensrCwUNfcvFzd3xcXF3Ui1hl0o+NbsUPEKWQWbYQABCAAgSACOut9+/Ztbd8XL15ks2BdavZnuSpila4+dGla/11aWsqWrmdnZ2VgYCCoPN0JEQejYkcIQAACELBOQEWsmy4x67Xezc3N7LnOcn0R+/s5Jnt7ezI+Pi4HBwdydnZWu47cjlkhIr69vRV9sEEAAhCIQeBV5fsYxfRFGd+WPuuLevaqksPDw6KP0C0vWPe3Xv/Nz4j9v3VJW/dxS9N6o1alUpFSqdT2hq1CRBzaQPaDAAQgUASB//nfvxZxGhPn+O7rL02047k0otlNWXozlrtZ6+bmRnZ2dmRlZSWTrL62v7+fLUlfXl5ms2d9HnrnNCJ+LtGnHhCAQDABRPwjKkQcnDbBOzb6mJIe7P//6upqdle0Ll9vbW3J9PR07aNLupwdfWk6uHXsCAEIQKAAAogYEReQRs/mFMyIn00oqAgEIBBKABEj4tBc6Yf9EHE/RIk6QgACdQQQMSK21CUQsaVo0hYIJEIAESNiS6mOiC1Fk7ZAIBECiBgRW0p1RGwpmrQFAokQQMSI2FKqI2JL0aQtEEiEACJGxJZSHRFbiiZtgUAiBBAxIraU6ojYUjRpCwQSIYCIEbGlVEfElqJJWyCQCAFEjIgtpToithRN2gKBRAggYkRsKdURsaVo0hYIJEIAESNiS6mOiC1Fk7ZAIBECiBgRW0p1RGwpmrQFAokQQMSI2FKqI2JL0aQtEEiEACJGxJZSHRFbiiZtgUAiBBAxIraU6ojYUjRpCwQSIYCIEbGlVEfElqJJWyCQCAFEjIgtpToithRN2gKBRAggYkRsKdURsaVo0hYIJEIAESNiS6mOiC1Fk7ZAIBECiBgRW0p1RGwpmrQFAokQQMSI2FKqI2JL0aQtEEiEACJGxN1K9aurK1lfX5f7+/usiJcvX8rCwkL2fHt7W46Pj7Pnc3NzMjU1Jefn51Iul2VwcFDW1tZkdHRUHh4eZHd3V2ZmZmRoaKhtVRFxW0TsAAEIPDcCiBgRdysnVcSHh4eyuLgoAwMDtWJUuEdHR7K8vCzValU2NjZkfn5eTk5OZHJyUu7u7uT6+jqTswp7YmJCxsbGgqqJiIMwsRMEIPCcCCBiRNytfGwm4rxc3d8XFxd1Ih4ZGZHT09PaLDqknog4hBL7QAACz4oAIkbE3UrI/NL06upqNrNtJGKVrj50aVr/XVpaypauZ2dn62bT7eqKiNsR4nUIQODZEUDEiDhGUqqUv/nmm0yw7969q1tu1mVq3XQp2m17e3syPj4uBwcHcnZ2VruO3K6uhYj49vZW9MEGAQhAIAaBV5XvYxTTF2V8W/qsL+rZq0oODw+LPjrZ9Karra0tmZ6e/kjE+RmyXkPWa8RuaVpv1KpUKlIqldresFWIiDtpIMdAAAIQ6JQAM2JmxJ3mzmOO0xnxzs6OrKysiD53N2vd3NzU/l/vitYbtfb397Ml6cvLy+wasT4PvXMaET8mKuwLAQg8CwKIGBF3KxH9jyj5H0nS8vzX3LVjf9bsPrq0ubkZf2m6W0A4LwQgAIFGBBAxIrbUM5gRW4ombYFAIgQQMSK2lOqI2FI0aQsEEiGAiBGxpVRHxJaiSVsgkAgBRIyILaU6IrYUTdoCgUQIIGJEbCnVEbGlaNIWCCRCABEjYkupjogtRZO2QCARAogYEVtKdURsKZq0BQKJEEDEiNhSqiNiS9GkLRBIhAAiRsSWUh0RW4ombYFAIgQQMSK2lOqI2FI0aQsEEiGAiBGxpVRHxJaiSVsgkAgBRIyILaU6IrYUTdoCgUQIIGJEbCnVEbGlaNIWCCRCABEjYkupjogtRZO2QCARAogYEVtKdURsKZq0BQKJEEDEiNhSqiNiS9GkLRBIhAAiRsSWUh0RW4ombYFAIgQQMSK2lOqI2FI0aQsEEiGAiBGxpVRHxJaiSVsgkAgBRIyILaU6IrYUTdoCgUQIIGJEbCnVEbGlaNIWCCRCABEjYkupjogtRZO2QCARAogYEXc71a+urmR9fV1+97vfydTUVFbc9va2HB8fZ8/n5uay/z8/P5dyuSyDg4OytrYmo6Oj8vDwILu7uzIzMyNDQ0Ntq4qI2yJiBwhA4LkRQMSIuJs5qSLd2trKivj5z39eE+7R0ZEsLy9LtVqVjY0NmZ+fl5OTE5mcnJS7uzu5vr7O9lVhT0xMyNjYWFA1EXEQJnaCAASeEwFEjIi7mY8qXH9rJFcn24uLizoRj4yMyOnpqSwsLARXEREHo2JHCEDguRBAxIi4W7moM9v9/X2ZnZ2V9+/fZ8U0E7FKVx+6NK3/Li0tZUvXeuzAwEBwFRFxMCp2hAAEngsBRIyIu5WL/rKymxk3ErH/mqvL3t6ejI+Py8HBgZydndWuI7erayEivr29FX2wNSfwqvI9eH4g8G3pMzhA4MkE6E8/IqRPtU6n4eFh0UfIpteGNzc3M4n6m96Ypdd//eu++evAetOW7uOWpvVGrUqlIqVSqe0NW4WIOKSBqe/DO/j/z4Dvvv4y9VSg/QUQoD8xIy4gjdqewp/1qmjdzVo3Nzeys7MjKysrmWT95ezLy8vsGrEuT4feOY2I24aimB0YOBBxMZnEWZQA/QkRx+gJ+eVn/+NLq6ur2V3R7g7r6enp2keX3KzafcSpXV0RcTtCBb3OwIGIC0olToOI63KAVab+7xKIOFIMETEijpRqSRRDf2JG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3K1Ef3h4kM3NTTk7O8uKWF1dlbGxsez59va2HB8fZ8/n5uZkampKzs/PpVwuy+DgoKytrcno6KjoOXZ3d2VmZkaGhobaVhURt0VUzA4MHIi4mEziLEqA/oSIu9UTVKy6qXyvrq7k8PBQFhcX5fLyUo6OjmR5eVmq1apsbGzI/Py8nJycyOTkpNzd3cn19XUmZxX2xMRETeDt6oqI2xEq6HUGDkRcUCpxGkRclwPfff0lOdElAirl09NTWVhY+EiuTrYXFxd1Ih4ZGakdE1otRBxK6on7IWJE/MQU4nCPAP2JGXG3OoS/NK1Sff36dba8nJ/l6t/6uj50aVr/XVpaypauZ2dnZWBgILiKiDgY1dN2ZOBAxE/LII72CdCfEHGMHqFL0zs7O7KysiL7+/t1y826TK2bLkW7bW9vT8bHx+Xg4CC7xuyuI7erayEivr29FX2wNSfwqvI9eH4g8G3pMzhA4MkE6E8/IqRPtU6n4eFh0Ucnm86Ot7a2ZHp6Wt69e1cn4vwMWZex9RqxW5rWG7UqlYqUSqW2N2wVIuJOGpjaMbyDZ0acWs53s730J2bE3cqvv/zlL9mdz/rwZ8T63N2sdXNzU5sp67K13qilM2ZdktabuvS6sj4PvXMaEXcrmrnzMnAg4kiplkQx9CdE3K1EV+Gur6/L/f19VkSzjy+5//dnze6jS+7jT1GXprsFxNJ5GTgQsaV87nVb6E+IuNc5WGT5zIiLpNniXA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Xcr0R8eHmRzc1POzs6yIlZXV2VsbCx7vr29LcfHx9nzubk5mZqakvPzcymXyzI4OChra2syOjoqeo7d3V2ZmZmRoaGhtlVFxG0RFbMDAwciLiaTOIsSoD8h4m71BBXr9fV1TbJHR0eyvLwsl5eX4p5Xq1XZ2NiQ+fl5OTk5kcnJSbm7u6sdp8KemJioCbxdXRFxO0IFvc7AgYgLSiVOg4jrcuC7r78kJ7pE4OrqSnZ2dmRlZUX29/fr5Opke3FxUSfikZEROT09lYWFheBaIeJgVE/bEREj4qdlEEf7BOhPzIhj9AidHTup5me5+rdKVx+6NK3/Li0tZUvXs7OzMjAwEFxFRByM6mk7MnAg4qdlEEcj4sY5wIy4O31Dl5orlYqUSqXsOm9exLpMrZteJ3bb3t6ejI+Py8HBQXaN2V1HblfDQkR8e3sr+mBrTuBV5Xvw/EDg29JncIDAkwnQn35ESJ9qnU7Dw8Oij8ds7oYtlax/o5Z/3TcvZndt2S1N641avshblV+IiB/TwFT3ZUbMjDjV3O9Gu+lPP1JlRlxshulM+M2bN9ls1klYS1DRupu1bm5uateOdbasx+g1ZF2S1pu6dDlbn4feOY2Ii41h07MxcCDiSKmWRDH0J0TcrURX2b59+7bu9O4jTP7Hl9z/6ex5a2tLpqenax9dch9/iro03S0gls7LwIGILeVzr9tCf0LEvc7BIstnRlwkzRbnYu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uJuJ/vDwIJubm/KTn/xEFhYWakVtb2/L8fFx9vfc3JxMTU3J+fm5lMtlGRwclLW1NRkdHRU9fnd3V2ZmZmRoaKhtVRFxW0TF7MDAgYiLySTOogToT4i4Wz3h6upKvvnmG/nNb34j//rXv2oiVuEeHR3J8vKyVKtV2djYkPn5eTk5OZHJyUm5u7uT6+vrTM4q7ImJCRkbGwuqJiIOwvT0nRg4EPHTs4gzOAL0J0Tc7d6g4j09Pa2JOC9X9/fFxUWdiEdGRuqOC6knIg6hVMA+DByIuIA04hT/JUB/QsTd7gwhIlbp6kOXpvXfpaWlbOl6dnZWBgYGgquIiINRPW1HBg5E/LQM4mifAP0JEXe7R7QTsS5T66ZL0W7b29uT8fFxOTg4kLOzs9p15HZ1LUTEt7e3og+25gReVb4Hzw8Evi19BgcIPJkA/elHhPSp1uk0PDws+njs1k7E+aVq3V+vEbulab1Rq1KpSKlUanvDViEifmwDU9yfd/DMiFPM+261mf7EjLhbueXOmxexf7PWzc2N7OzsyMrKSiZZvVFrf38/W5K+vLzMrhHr89A7pxFxt6P53/MzcCDiSKmWRDH0J0TcrUTXu6bX19fl/v6+VsTq6mp2B7T/8SX3f/pRpa2tLZmenq59dEk/+hR9abpbQCydl4EDEVvK5163hf6EiHudg0WWz4y4SJotzsX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HE3E317e1uOj4+zIubm5mRqakrOz8+lXC7L4OCgrK2tyejoqDw8PMju7q7MzMzI0NBQx1VCxB2je9yBDByI+HEZw96tCNCfEHG3eogK9+joSJaXl6VarcrGxobMz8/LycmJTE5Oyt3dnVxfX2dyVmFPTEzI2NjYk6qDiJ+EL/xgBg5EHJ4t7NmOAP0JEbfLkU5fz8vV/X1xcVEn4pGRETk9PZWFhYVOi6odh4ifjDDsBAwciDgsU9grhAD9CRGH5Ekn+zQSsUpXH7o0rf8uLS1lS9ezs7MyMDDQSTF1xyDiJyMMOwEDByIOyxT2CiFAf0LEIXnSyT55EesytW66FO22vb09GR8fl4ODAzk7O6tdR+6kPD2mEBHf3t6KPtggAAEIQAACz4nA8PCw6CN0a7Y07a4D6zVkvUbslqb1Rq1KpSKlUqnjG7YKEXFoA9kPAhCAAAQg8JwJ+Ddr3dzcyM7OjqysrGSS1Ru19vf3syXpy8vL7BqxPn/qndOI+DlnBHWDAAQgAIHoBPyPL62urmZ3RetHlba2tmR6err20aXNzc3nszQdnRIFQgACEIAABIwQYEZsJJA0AwIQgAAE+pMAIu7PuFFrCEAAAhAwQgARGwkkzYAABCAAgf4kgIj7M27UGgIQgAAEjBBAxEYCSTMgAAEIQKA/CSDi/owbtYYABCAAASMEELGRQNIMCEAAAhDoTwKIuD/jRq0hAAEIQMAIAUQcOZCF0G5sAAAEVUlEQVT+N7a4ovWHp3/5y1/WfZXa1dWVrK+vy/39ffadpq9fv86+Ys3/+jX3FWvuZ7jcd6TqD1a/efMm+z5U3dwPW+eb6sp49epV9s0x+vVt7rc33717V/thbD3OfbuM+3Fs/b/8D2S7b51xx/r1joyZ4hIl4PqHfu+vfv9v/gv5/fx98eJF9puz+us5fr/Sryt0Pwofkvt+X3XY/b6hr7uvSfz3v/9de/63v/1N3r59W4vUH/7wh+zrE12/pf+kk8SIuMexdr/s4YtYq+SEqFLNy9f9aLV+D+rh4aEsLi5mrdCvW9NfCPF/pFrlqlJWGTf68Wo9tw4GKnrd3JeX64CgA4Ger9k5fHG7ev7pT3+Sn/70p9lvdGo9dVAp4vc6exwmiu8TAq6vfPXVV/Lpp59mb15dH8l/b7Cfn3kRPzb3819/6PcrX77+c/fG2u9/+X7vXtN92ewSQMQ9jm0jEes7aP8Hp/1OrvJzIq5WqzVx6qDTSMTavEY/4+Wa7d7N/+pXv5KJiYnaud+/f5/t4n76yx+o/N/f9M+dF7Oe2w2CRfxmZ49DRfF9QCCfp5qT7s2lzkD9nPZf01x1/aqT3G/0PcRuhUjLbDQjVrnqKpaTfv4cepz/eh/gp4odEkDEHYLr9LBm4vI7qw4Y/kxSO2gjyfod9/PPP6/7QnK/fs1mpm6m65bC9Bi3BO0E/bOf/SxbvvNn33kRu7r6v0yi+yDiTrOE4zol0ErE/iqPnj//xjH/5vQxuR8q4vzMNi9a7as6C3aXk1q9ie6UEcc9PwKIOHJM/I7ld0L/OlKrGbEuAfubf1242W9iNhOxX6bKX6+LuWvReSw6wPmzdPe6f24938nJifz+97/PXkbEkZOL4j7KuXyOKyK3yuPPiFst/Ybkfqcibifa/G/jEmKbBBBx5Li6jvfb3/62bgbrDxhapWbXiPNLvO58ekyz67HNROzPHvR4nXXrdWQ3UOVnCO6mLh+Zf+78oIKIIycXxX00y82/UfR/WzbkHob8DY3Ncv8pIm7Vb1u9OSbcdggg4sixdLL69a9/XSdbX8T67rzZXdONZqrlcrnuzupGd3HqcS9fvqy7cSr/Tt8fdHRw8O/odEvW+fL9wcy9e9d9tE66+XemRkZNcYkSaNV3mt01nRfsY3Jfr/Hq/v5dzr6Y9dz+G4BWMne/b6v7cNd0OgmMiCPHut1SVGh13PVd3b/ZcnLoudgPAhCAAAR6RwARR2ZflIgjV5viIAABCECgSwQQcZfAcloIQAACEIBACAFEHEKJfSAAAQhAAAJdIoCIuwSW00IAAhCAAARCCCDiEErsAwEIQAACEOgSAUTcJbCcFgIQgAAEIBBCABGHUGIfCEAAAhCAQJcIIOIugeW0EIAABCAAgRACiDiEEvtAAAIQgAAEukQAEXcJLKeFAAQgAAEIhBCoifjvf//7+08++eSrkIPYBwIQgAAEIACBYgh8+PDhz/8HJvoB7bEcV6AAAAAASUVORK5CYII="/>
          <p:cNvSpPr>
            <a:spLocks noChangeAspect="1" noChangeArrowheads="1"/>
          </p:cNvSpPr>
          <p:nvPr/>
        </p:nvSpPr>
        <p:spPr bwMode="auto">
          <a:xfrm>
            <a:off x="1524000" y="1524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5" name="AutoShape 12" descr="data:image/png;base64,iVBORw0KGgoAAAANSUhEUgAAAeIAAAEiCAYAAAAlAdEXAAAAAXNSR0IArs4c6QAAIABJREFUeF7tnU9IZNnVwM+snI24MAODGwMJE7KRBoUQh8AE+gM3LoKrIAgKUosminwbEXrVILUZxIFZFIJCgwghguBGGJsOgZiNCxGEmJ0ERBgMESGUq/7mvC+35tbr+nMtX92yzv09KLrseu/de3/n3Pure9+rqk+EDQIQgAAEIACBnhH4REv+5z//+eE///lPzypBwRCAAAQgAIEUCXz48OHPmYgvLy8/fPHFFykyoM0QgAAEIACBnhH4xz/+IYi4Z/gpGAIQgAAEUieAiFPPANoPAQhAAAI9JYCIe4qfwiEAAQhAIHUCiDj1DKD9EIAABCDQUwKIuKf4KRwCEIAABFIngIhTzwDaDwEIQAACPSWAiHuKn8IhAAEIQCB1Aog49Qyg/RCAAAQg0FMCiLin+CkcAhCAAARSJ4CIU88A2g8BCEAAAj0lgIh7ip/CIQABCEAgdQKIOPUMoP0QgAAEINBTAoi4p/gpHAIQgAAEUieAiFPPANoPAQhAAAI9JYCIe4qfwiEAAQhAIHUCiDj1DDDc/vPzcymXyw1buLq6KmNjY3WvHR0dydu3b2VwcFDW1tZkdHRU3P/lT/LixQtZXl6WgYGB7KW7uzt58+aNXF9f1+2a3+/h4UE2Nzfl7OysKfmXL1/KwsJC27r57XPt2d7eluPj44/OPTIyIq9fv5arq6uGTNzrQ0NDLTPCr79rmx7g2tTo/9wJ82X455qbm5OpqSnJx6xRnAynLE1LlAAiTjTwKTRbpbO+vi739/cNm5sX3mNE7E7oRNFMxLqfL/YQEeeP0b8b1a1IEbv2OCE2y49QEesblGZvCvwyXLtU4F988YX88Y9//KhoZJxCb027jYg47fgn1/q8MBtJodGM2P8//xytZpL+bLrVzNh/zZer/0YhVMQuoO48fr31tUby9uWa3z+fII8RsX+sz8wvIz8Ddq99/vnnH82y3epDcklLg80TQMTmQ0wD8wR8KfgSbDUjbiW0VrNINyvMH99IaCoa//99yT9WxK7c/GyykYiVj7960Ghp3DHsVMTNygh5YxS6bE6mQ6BfCSDifo0c9e6YQDMJPkZ2vkBaiavRObXizeqgrzmJdipiVzddknfXuh0sX7j+G4hW9fFBP0XEzcpo9mal2ay+48BzIASeKQFE/EwDQ7WeTqDZ7O8xssvP2Jx0Q8XVrA6tjnfy7lTEvmzzM+L8NWp/RaDRG4CilqbdeVwZjZbj8zPfVvF7enZwBgg8HwKI+PnEgpoUTKAIEeeXVJ1AqtVq7S7pVjPiXojYf/PQaNm80TXuTz/9NOiabDdnxPnr6Ii44A7B6Z4tAUT8bENDxZ5K4LEifkx5/rlbXSPupoib1bediBsd16trxL7Y829oEPFjMpJ9+5kAIu7n6FH3lgSKELGe4/T0tO5zvf55291I1GsR5+Wmwj08PJTFxcXaZ6B9Cce+a7rZNWsNLCKmg6dCABGnEukE21mEiJt9FlZxtpNWI5n84he/+OgLPZp9nrndNeKQGXGzczc7tt1ndh+zNB3yOeJ8jBrx0bq2q1eC6U2TDRFAxIaCSVPqCRQhYj1jI6G0++ILV5N8HfTbuvxv4Go0ow69WasTEesxjb4trNV1br+cUBHrMflvEGvV1kafH/bLRcT0bssEELHl6NI2CBRMIPRu8YKL5XQQME0AEZsOL42DQLEEEHGxPDkbBJQAIiYPIACBYAKIOBgVO0IgmAAiDkbFjhCAACImByBQPAFEXDxTzggBCEAAAhAIJoCIg1GxIwQgAAEIQKB4Aoi4eKacEQIQgAAEIBBMABEHo2JHCEAAAhCAQPEEEHHxTDkjBCAAAQhAIJgAIg5GxY4QgAAEIACB4gkg4uKZckYIQAACEIBAMAFEHIyKHSEAAQhAAALFE0DExTPljBCAAAQgAIFgAog4GBU7QgACEIAABIongIiLZ8oZIQABCEAAAsEEEHEwKnaEAAQgAAHrBBr9/rj7PWz/Nfeb5O43x91vautvjut3su/u7srMzIwMDQ21RYaI2yJiBwhAAAIQSJHA3d2dVCoVKZVKcnV1JUdHR7K8vCzValU2NjZkfn5eTk5OZHJyUnTf6+trmZqaEhX2xMSEjI2NBWFDxEGY2AkCEIAABFIjoLPd09NTWVhY+EiuTrYXFxd1Ih4ZGakdE8oLEYeSYj8IQAACEEiGgC4vb21tyfT0tOhyc36Wq3+rdPVRLpezf5eWluT4+FhmZ2dlYGAgmBUiDkbFjhCAAAQgkAoBXYo+PDyUxcXFTKp5EesytW66FO22vb09GR8fl4ODAzk7OxN3Hbkds0JEfHt7K/pggwAEIAABCDwnAsPDw6KPx26NZsD+dd/867qMrdeI3dK03qjlri+3u2GrEBE/toHsDwEIQAACEHiuBHQ2vLOzIysrK7W7nlW07matm5ubutf1Rq39/f1sSfry8jK7RqzPQ++cRsTPNROoFwQgAAEI9ISACldnt3qTlr/5H19yH2nKX0vWvzc3N+MvTfeEFIVCAAIQgAAEDBBgRmwgiDQBAhCAAAT6lwAi7t/YUXMIQAACEDBAABEbCCJNgAAEIACB/iWAiPs3dtQcAhCAAAQMEEDEBoJIEyAAAQhAoH8JIOL+jR01hwAEIAABAwQQsYEg0gQIQAACEOhfAoi4f2NHzSEAAQhAwAABRGwgiDQBAhCAAAT6lwAi7t/YUXMIQAACEDBAABEbCCJNgAAEIACB/iWAiPs3dtQcAhCAAAQMEEDEBoJIEyAAAQhAoH8JIOL+jR01hwAEIAABAwQQsYEg0gQIQAACEOhfAoi4f2NHzSEAAQhAwAABRGwgiDQBAhCAAAT6lwAi7t/YUXMIQAACEDBAABEbCCJNgAAEIACB/iWAiPs3dtQcAhCAAAQMEEDEBoJIEyAAAQhAoH8JIOL+jR01hwAEIACBLhC4urqS9fV1ub+/l5GREXn9+rUMDQ3J9va2HB8fZyXOzc3J1NSUnJ+fS7lclsHBQVlbW5PR0VF5eHiQ3d1dmZmZyY5rtyHidoR4HQIQgAAEkiFwd3cnGxsbMj8/n0nVbSrco6MjWV5elmq1Wtvn5OREJicnRY+7vr7O5KzCnpiYkLGxsSBuiDgIEztBAAIQgEAKBFS4p6ensrCwUNfcvFzd3xcXF3Ui1hl0o+NbsUPEKWQWbYQABCAAgSACOut9+/Ztbd8XL15ks2BdavZnuSpila4+dGla/11aWsqWrmdnZ2VgYCCoPN0JEQejYkcIQAACELBOQEWsmy4x67Xezc3N7LnOcn0R+/s5Jnt7ezI+Pi4HBwdydnZWu47cjlkhIr69vRV9sEEAAhCIQeBV5fsYxfRFGd+WPuuLevaqksPDw6KP0C0vWPe3Xv/Nz4j9v3VJW/dxS9N6o1alUpFSqdT2hq1CRBzaQPaDAAQgUASB//nfvxZxGhPn+O7rL02047k0otlNWXozlrtZ6+bmRnZ2dmRlZSWTrL62v7+fLUlfXl5ms2d9HnrnNCJ+LtGnHhCAQDABRPwjKkQcnDbBOzb6mJIe7P//6upqdle0Ll9vbW3J9PR07aNLupwdfWk6uHXsCAEIQKAAAogYEReQRs/mFMyIn00oqAgEIBBKABEj4tBc6Yf9EHE/RIk6QgACdQQQMSK21CUQsaVo0hYIJEIAESNiS6mOiC1Fk7ZAIBECiBgRW0p1RGwpmrQFAokQQMSI2FKqI2JL0aQtEEiEACJGxJZSHRFbiiZtgUAiBBAxIraU6ojYUjRpCwQSIYCIEbGlVEfElqJJWyCQCAFEjIgtpToithRN2gKBRAggYkRsKdURsaVo0hYIJEIAESNiS6mOiC1Fk7ZAIBECiBgRW0p1RGwpmrQFAokQQMSI2FKqI2JL0aQtEEiEACJGxJZSHRFbiiZtgUAiBBAxIraU6ojYUjRpCwQSIYCIEbGlVEfElqJJWyCQCAFEjIgtpToithRN2gKBRAggYkRsKdURsaVo0hYIJEIAESNiS6mOiC1Fk7ZAIBECiBgRW0p1RGwpmrQFAokQQMSI2FKqI2JL0aQtEEiEACJGxN1K9aurK1lfX5f7+/usiJcvX8rCwkL2fHt7W46Pj7Pnc3NzMjU1Jefn51Iul2VwcFDW1tZkdHRUHh4eZHd3V2ZmZmRoaKhtVRFxW0TsAAEIPDcCiBgRdysnVcSHh4eyuLgoAwMDtWJUuEdHR7K8vCzValU2NjZkfn5eTk5OZHJyUu7u7uT6+jqTswp7YmJCxsbGgqqJiIMwsRMEIPCcCCBiRNytfGwm4rxc3d8XFxd1Ih4ZGZHT09PaLDqknog4hBL7QAACz4oAIkbE3UrI/NL06upqNrNtJGKVrj50aVr/XVpaypauZ2dn62bT7eqKiNsR4nUIQODZEUDEiDhGUqqUv/nmm0yw7969q1tu1mVq3XQp2m17e3syPj4uBwcHcnZ2VruO3K6uhYj49vZW9MEGAQhAIAaBV5XvYxTTF2V8W/qsL+rZq0oODw+LPjrZ9Karra0tmZ6e/kjE+RmyXkPWa8RuaVpv1KpUKlIqldresFWIiDtpIMdAAAIQ6JQAM2JmxJ3mzmOO0xnxzs6OrKysiD53N2vd3NzU/l/vitYbtfb397Ml6cvLy+wasT4PvXMaET8mKuwLAQg8CwKIGBF3KxH9jyj5H0nS8vzX3LVjf9bsPrq0ubkZf2m6W0A4LwQgAIFGBBAxIrbUM5gRW4ombYFAIgQQMSK2lOqI2FI0aQsEEiGAiBGxpVRHxJaiSVsgkAgBRIyILaU6IrYUTdoCgUQIIGJEbCnVEbGlaNIWCCRCABEjYkupjogtRZO2QCARAogYEVtKdURsKZq0BQKJEEDEiNhSqiNiS9GkLRBIhAAiRsSWUh0RW4ombYFAIgQQMSK2lOqI2FI0aQsEEiGAiBGxpVRHxJaiSVsgkAgBRIyILaU6IrYUTdoCgUQIIGJEbCnVEbGlaNIWCCRCABEjYkupjogtRZO2QCARAogYEVtKdURsKZq0BQKJEEDEiNhSqiNiS9GkLRBIhAAiRsSWUh0RW4ombYFAIgQQMSK2lOqI2FI0aQsEEiGAiBGxpVRHxJaiSVsgkAgBRIyILaU6IrYUTdoCgUQIIGJEbCnVEbGlaNIWCCRCABEjYkupjogtRZO2QCARAogYEXc71a+urmR9fV1+97vfydTUVFbc9va2HB8fZ8/n5uay/z8/P5dyuSyDg4OytrYmo6Oj8vDwILu7uzIzMyNDQ0Ntq4qI2yJiBwhA4LkRQMSIuJs5qSLd2trKivj5z39eE+7R0ZEsLy9LtVqVjY0NmZ+fl5OTE5mcnJS7uzu5vr7O9lVhT0xMyNjYWFA1EXEQJnaCAASeEwFEjIi7mY8qXH9rJFcn24uLizoRj4yMyOnpqSwsLARXEREHo2JHCEDguRBAxIi4W7moM9v9/X2ZnZ2V9+/fZ8U0E7FKVx+6NK3/Li0tZUvXeuzAwEBwFRFxMCp2hAAEngsBRIyIu5WL/rKymxk3ErH/mqvL3t6ejI+Py8HBgZydndWuI7erayEivr29FX2wNSfwqvI9eH4g8G3pMzhA4MkE6E8/IqRPtU6n4eFh0UfIpteGNzc3M4n6m96Ypdd//eu++evAetOW7uOWpvVGrUqlIqVSqe0NW4WIOKSBqe/DO/j/z4Dvvv4y9VSg/QUQoD8xIy4gjdqewp/1qmjdzVo3Nzeys7MjKysrmWT95ezLy8vsGrEuT4feOY2I24aimB0YOBBxMZnEWZQA/QkRx+gJ+eVn/+NLq6ur2V3R7g7r6enp2keX3KzafcSpXV0RcTtCBb3OwIGIC0olToOI63KAVab+7xKIOFIMETEijpRqSRRDf2JG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3K1Ef3h4kM3NTTk7O8uKWF1dlbGxsez59va2HB8fZ8/n5uZkampKzs/PpVwuy+DgoKytrcno6KjoOXZ3d2VmZkaGhobaVhURt0VUzA4MHIi4mEziLEqA/oSIu9UTVKy6qXyvrq7k8PBQFhcX5fLyUo6OjmR5eVmq1apsbGzI/Py8nJycyOTkpNzd3cn19XUmZxX2xMRETeDt6oqI2xEq6HUGDkRcUCpxGkRclwPfff0lOdElAirl09NTWVhY+EiuTrYXFxd1Ih4ZGakdE1otRBxK6on7IWJE/MQU4nCPAP2JGXG3OoS/NK1Sff36dba8nJ/l6t/6uj50aVr/XVpaypauZ2dnZWBgILiKiDgY1dN2ZOBAxE/LII72CdCfEHGMHqFL0zs7O7KysiL7+/t1y826TK2bLkW7bW9vT8bHx+Xg4CC7xuyuI7erayEivr29FX2wNSfwqvI9eH4g8G3pMzhA4MkE6E8/IqRPtU6n4eFh0Ucnm86Ot7a2ZHp6Wt69e1cn4vwMWZex9RqxW5rWG7UqlYqUSqW2N2wVIuJOGpjaMbyDZ0acWs53s730J2bE3cqvv/zlL9mdz/rwZ8T63N2sdXNzU5sp67K13qilM2ZdktabuvS6sj4PvXMaEXcrmrnzMnAg4kiplkQx9CdE3K1EV+Gur6/L/f19VkSzjy+5//dnze6jS+7jT1GXprsFxNJ5GTgQsaV87nVb6E+IuNc5WGT5zIiLpNniXA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Xcr0R8eHmRzc1POzs6yIlZXV2VsbCx7vr29LcfHx9nzubk5mZqakvPzcymXyzI4OChra2syOjoqeo7d3V2ZmZmRoaGhtlVFxG0RFbMDAwciLiaTOIsSoD8h4m71BBXr9fV1TbJHR0eyvLwsl5eX4p5Xq1XZ2NiQ+fl5OTk5kcnJSbm7u6sdp8KemJioCbxdXRFxO0IFvc7AgYgLSiVOg4jrcuC7r78kJ7pE4OrqSnZ2dmRlZUX29/fr5Opke3FxUSfikZEROT09lYWFheBaIeJgVE/bEREj4qdlEEf7BOhPzIhj9AidHTup5me5+rdKVx+6NK3/Li0tZUvXs7OzMjAwEFxFRByM6mk7MnAg4qdlEEcj4sY5wIy4O31Dl5orlYqUSqXsOm9exLpMrZteJ3bb3t6ejI+Py8HBQXaN2V1HblfDQkR8e3sr+mBrTuBV5Xvw/EDg29JncIDAkwnQn35ESJ9qnU7Dw8Oij8ds7oYtlax/o5Z/3TcvZndt2S1N641avshblV+IiB/TwFT3ZUbMjDjV3O9Gu+lPP1JlRlxshulM+M2bN9ls1klYS1DRupu1bm5uateOdbasx+g1ZF2S1pu6dDlbn4feOY2Ii41h07MxcCDiSKmWRDH0J0TcrURX2b59+7bu9O4jTP7Hl9z/6ex5a2tLpqenax9dch9/iro03S0gls7LwIGILeVzr9tCf0LEvc7BIstnRlwkzRbnYu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uJuJ/vDwIJubm/KTn/xEFhYWakVtb2/L8fFx9vfc3JxMTU3J+fm5lMtlGRwclLW1NRkdHRU9fnd3V2ZmZmRoaKhtVRFxW0TF7MDAgYiLySTOogToT4i4Wz3h6upKvvnmG/nNb34j//rXv2oiVuEeHR3J8vKyVKtV2djYkPn5eTk5OZHJyUm5u7uT6+vrTM4q7ImJCRkbGwuqJiIOwvT0nRg4EPHTs4gzOAL0J0Tc7d6g4j09Pa2JOC9X9/fFxUWdiEdGRuqOC6knIg6hVMA+DByIuIA04hT/JUB/QsTd7gwhIlbp6kOXpvXfpaWlbOl6dnZWBgYGgquIiINRPW1HBg5E/LQM4mifAP0JEXe7R7QTsS5T66ZL0W7b29uT8fFxOTg4kLOzs9p15HZ1LUTEt7e3og+25gReVb4Hzw8Evi19BgcIPJkA/elHhPSp1uk0PDws+njs1k7E+aVq3V+vEbulab1Rq1KpSKlUanvDViEifmwDU9yfd/DMiFPM+261mf7EjLhbueXOmxexf7PWzc2N7OzsyMrKSiZZvVFrf38/W5K+vLzMrhHr89A7pxFxt6P53/MzcCDiSKmWRDH0J0TcrUTXu6bX19fl/v6+VsTq6mp2B7T/8SX3f/pRpa2tLZmenq59dEk/+hR9abpbQCydl4EDEVvK5163hf6EiHudg0WWz4y4SJotzsX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HE3E317e1uOj4+zIubm5mRqakrOz8+lXC7L4OCgrK2tyejoqDw8PMju7q7MzMzI0NBQx1VCxB2je9yBDByI+HEZw96tCNCfEHG3eogK9+joSJaXl6VarcrGxobMz8/LycmJTE5Oyt3dnVxfX2dyVmFPTEzI2NjYk6qDiJ+EL/xgBg5EHJ4t7NmOAP0JEbfLkU5fz8vV/X1xcVEn4pGRETk9PZWFhYVOi6odh4ifjDDsBAwciDgsU9grhAD9CRGH5Ekn+zQSsUpXH7o0rf8uLS1lS9ezs7MyMDDQSTF1xyDiJyMMOwEDByIOyxT2CiFAf0LEIXnSyT55EesytW66FO22vb09GR8fl4ODAzk7O6tdR+6kPD2mEBHf3t6KPtggAAEIQAACz4nA8PCw6CN0a7Y07a4D6zVkvUbslqb1Rq1KpSKlUqnjG7YKEXFoA9kPAhCAAAQg8JwJ+Ddr3dzcyM7OjqysrGSS1Ru19vf3syXpy8vL7BqxPn/qndOI+DlnBHWDAAQgAIHoBPyPL62urmZ3RetHlba2tmR6err20aXNzc3nszQdnRIFQgACEIAABIwQYEZsJJA0AwIQgAAE+pMAIu7PuFFrCEAAAhAwQgARGwkkzYAABCAAgf4kgIj7M27UGgIQgAAEjBBAxEYCSTMgAAEIQKA/CSDi/owbtYYABCAAASMEELGRQNIMCEAAAhDoTwKIuD/jRq0hAAEIQMAIAUQcOZCF0G5sAAAEVUlEQVT+N7a4ovWHp3/5y1/WfZXa1dWVrK+vy/39ffadpq9fv86+Ys3/+jX3FWvuZ7jcd6TqD1a/efMm+z5U3dwPW+eb6sp49epV9s0x+vVt7rc33717V/thbD3OfbuM+3Fs/b/8D2S7b51xx/r1joyZ4hIl4PqHfu+vfv9v/gv5/fx98eJF9puz+us5fr/Sryt0Pwofkvt+X3XY/b6hr7uvSfz3v/9de/63v/1N3r59W4vUH/7wh+zrE12/pf+kk8SIuMexdr/s4YtYq+SEqFLNy9f9aLV+D+rh4aEsLi5mrdCvW9NfCPF/pFrlqlJWGTf68Wo9tw4GKnrd3JeX64CgA4Ger9k5fHG7ev7pT3+Sn/70p9lvdGo9dVAp4vc6exwmiu8TAq6vfPXVV/Lpp59mb15dH8l/b7Cfn3kRPzb3819/6PcrX77+c/fG2u9/+X7vXtN92ewSQMQ9jm0jEes7aP8Hp/1OrvJzIq5WqzVx6qDTSMTavEY/4+Wa7d7N/+pXv5KJiYnaud+/f5/t4n76yx+o/N/f9M+dF7Oe2w2CRfxmZ49DRfF9QCCfp5qT7s2lzkD9nPZf01x1/aqT3G/0PcRuhUjLbDQjVrnqKpaTfv4cepz/eh/gp4odEkDEHYLr9LBm4vI7qw4Y/kxSO2gjyfod9/PPP6/7QnK/fs1mpm6m65bC9Bi3BO0E/bOf/SxbvvNn33kRu7r6v0yi+yDiTrOE4zol0ErE/iqPnj//xjH/5vQxuR8q4vzMNi9a7as6C3aXk1q9ie6UEcc9PwKIOHJM/I7ld0L/OlKrGbEuAfubf1242W9iNhOxX6bKX6+LuWvReSw6wPmzdPe6f24938nJifz+97/PXkbEkZOL4j7KuXyOKyK3yuPPiFst/Ybkfqcibifa/G/jEmKbBBBx5Li6jvfb3/62bgbrDxhapWbXiPNLvO58ekyz67HNROzPHvR4nXXrdWQ3UOVnCO6mLh+Zf+78oIKIIycXxX00y82/UfR/WzbkHob8DY3Ncv8pIm7Vb1u9OSbcdggg4sixdLL69a9/XSdbX8T67rzZXdONZqrlcrnuzupGd3HqcS9fvqy7cSr/Tt8fdHRw8O/odEvW+fL9wcy9e9d9tE66+XemRkZNcYkSaNV3mt01nRfsY3Jfr/Hq/v5dzr6Y9dz+G4BWMne/b6v7cNd0OgmMiCPHut1SVGh13PVd3b/ZcnLoudgPAhCAAAR6RwARR2ZflIgjV5viIAABCECgSwQQcZfAcloIQAACEIBACAFEHEKJfSAAAQhAAAJdIoCIuwSW00IAAhCAAARCCCDiEErsAwEIQAACEOgSAUTcJbCcFgIQgAAEIBBCABGHUGIfCEAAAhCAQJcIIOIugeW0EIAABCAAgRACiDiEEvtAAAIQgAAEukQAEXcJLKeFAAQgAAEIhBCoifjvf//7+08++eSrkIPYBwIQgAAEIACBYgh8+PDhz/8HJvoB7bEcV6AAAAAASUVORK5CYII="/>
          <p:cNvSpPr>
            <a:spLocks noChangeAspect="1" noChangeArrowheads="1"/>
          </p:cNvSpPr>
          <p:nvPr/>
        </p:nvSpPr>
        <p:spPr bwMode="auto">
          <a:xfrm>
            <a:off x="1676400" y="1676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sp>
        <p:nvSpPr>
          <p:cNvPr id="16" name="AutoShape 13" descr="data:image/png;base64,iVBORw0KGgoAAAANSUhEUgAAAeIAAAEiCAYAAAAlAdEXAAAAAXNSR0IArs4c6QAAIABJREFUeF7tnU9IZNnVwM+snI24MAODGwMJE7KRBoUQh8AE+gM3LoKrIAgKUosminwbEXrVILUZxIFZFIJCgwghguBGGJsOgZiNCxGEmJ0ERBgMESGUq/7mvC+35tbr+nMtX92yzv09KLrseu/de3/n3Pure9+rqk+EDQIQgAAEIACBnhH4REv+5z//+eE///lPzypBwRCAAAQgAIEUCXz48OHPmYgvLy8/fPHFFykyoM0QgAAEIACBnhH4xz/+IYi4Z/gpGAIQgAAEUieAiFPPANoPAQhAAAI9JYCIe4qfwiEAAQhAIHUCiDj1DKD9EIAABCDQUwKIuKf4KRwCEIAABFIngIhTzwDaDwEIQAACPSWAiHuKn8IhAAEIQCB1Aog49Qyg/RCAAAQg0FMCiLin+CkcAhCAAARSJ4CIU88A2g8BCEAAAj0lgIh7ip/CIQABCEAgdQKIOPUMoP0QgAAEINBTAoi4p/gpHAIQgAAEUieAiFPPANoPAQhAAAI9JYCIe4qfwiEAAQhAIHUCiDj1DDDc/vPzcymXyw1buLq6KmNjY3WvHR0dydu3b2VwcFDW1tZkdHRU3P/lT/LixQtZXl6WgYGB7KW7uzt58+aNXF9f1+2a3+/h4UE2Nzfl7OysKfmXL1/KwsJC27r57XPt2d7eluPj44/OPTIyIq9fv5arq6uGTNzrQ0NDLTPCr79rmx7g2tTo/9wJ82X455qbm5OpqSnJx6xRnAynLE1LlAAiTjTwKTRbpbO+vi739/cNm5sX3mNE7E7oRNFMxLqfL/YQEeeP0b8b1a1IEbv2OCE2y49QEesblGZvCvwyXLtU4F988YX88Y9//KhoZJxCb027jYg47fgn1/q8MBtJodGM2P8//xytZpL+bLrVzNh/zZer/0YhVMQuoO48fr31tUby9uWa3z+fII8RsX+sz8wvIz8Ddq99/vnnH82y3epDcklLg80TQMTmQ0wD8wR8KfgSbDUjbiW0VrNINyvMH99IaCoa//99yT9WxK7c/GyykYiVj7960Ghp3DHsVMTNygh5YxS6bE6mQ6BfCSDifo0c9e6YQDMJPkZ2vkBaiavRObXizeqgrzmJdipiVzddknfXuh0sX7j+G4hW9fFBP0XEzcpo9mal2ay+48BzIASeKQFE/EwDQ7WeTqDZ7O8xssvP2Jx0Q8XVrA6tjnfy7lTEvmzzM+L8NWp/RaDRG4CilqbdeVwZjZbj8zPfVvF7enZwBgg8HwKI+PnEgpoUTKAIEeeXVJ1AqtVq7S7pVjPiXojYf/PQaNm80TXuTz/9NOiabDdnxPnr6Ii44A7B6Z4tAUT8bENDxZ5K4LEifkx5/rlbXSPupoib1bediBsd16trxL7Y829oEPFjMpJ9+5kAIu7n6FH3lgSKELGe4/T0tO5zvf55291I1GsR5+Wmwj08PJTFxcXaZ6B9Cce+a7rZNWsNLCKmg6dCABGnEukE21mEiJt9FlZxtpNWI5n84he/+OgLPZp9nrndNeKQGXGzczc7tt1ndh+zNB3yOeJ8jBrx0bq2q1eC6U2TDRFAxIaCSVPqCRQhYj1jI6G0++ILV5N8HfTbuvxv4Go0ow69WasTEesxjb4trNV1br+cUBHrMflvEGvV1kafH/bLRcT0bssEELHl6NI2CBRMIPRu8YKL5XQQME0AEZsOL42DQLEEEHGxPDkbBJQAIiYPIACBYAKIOBgVO0IgmAAiDkbFjhCAACImByBQPAFEXDxTzggBCEAAAhAIJoCIg1GxIwQgAAEIQKB4Aoi4eKacEQIQgAAEIBBMABEHo2JHCEAAAhCAQPEEEHHxTDkjBCAAAQhAIJgAIg5GxY4QgAAEIACB4gkg4uKZckYIQAACEIBAMAFEHIyKHSEAAQhAAALFE0DExTPljBCAAAQgAIFgAog4GBU7QgACEIAABIongIiLZ8oZIQABCEAAAsEEEHEwKnaEAAQgAAHrBBr9/rj7PWz/Nfeb5O43x91vautvjut3su/u7srMzIwMDQ21RYaI2yJiBwhAAAIQSJHA3d2dVCoVKZVKcnV1JUdHR7K8vCzValU2NjZkfn5eTk5OZHJyUnTf6+trmZqaEhX2xMSEjI2NBWFDxEGY2AkCEIAABFIjoLPd09NTWVhY+EiuTrYXFxd1Ih4ZGakdE8oLEYeSYj8IQAACEEiGgC4vb21tyfT0tOhyc36Wq3+rdPVRLpezf5eWluT4+FhmZ2dlYGAgmBUiDkbFjhCAAAQgkAoBXYo+PDyUxcXFTKp5EesytW66FO22vb09GR8fl4ODAzk7OxN3Hbkds0JEfHt7K/pggwAEIAABCDwnAsPDw6KPx26NZsD+dd/867qMrdeI3dK03qjlri+3u2GrEBE/toHsDwEIQAACEHiuBHQ2vLOzIysrK7W7nlW07matm5ubutf1Rq39/f1sSfry8jK7RqzPQ++cRsTPNROoFwQgAAEI9ISACldnt3qTlr/5H19yH2nKX0vWvzc3N+MvTfeEFIVCAAIQgAAEDBBgRmwgiDQBAhCAAAT6lwAi7t/YUXMIQAACEDBAABEbCCJNgAAEIACB/iWAiPs3dtQcAhCAAAQMEEDEBoJIEyAAAQhAoH8JIOL+jR01hwAEIAABAwQQsYEg0gQIQAACEOhfAoi4f2NHzSEAAQhAwAABRGwgiDQBAhCAAAT6lwAi7t/YUXMIQAACEDBAABEbCCJNgAAEIACB/iWAiPs3dtQcAhCAAAQMEEDEBoJIEyAAAQhAoH8JIOL+jR01hwAEIAABAwQQsYEg0gQIQAACEOhfAoi4f2NHzSEAAQhAwAABRGwgiDQBAhCAAAT6lwAi7t/YUXMIQAACEDBAABEbCCJNgAAEIACB/iWAiPs3dtQcAhCAAAQMEEDEBoJIEyAAAQhAoH8JIOL+jR01hwAEIACBLhC4urqS9fV1ub+/l5GREXn9+rUMDQ3J9va2HB8fZyXOzc3J1NSUnJ+fS7lclsHBQVlbW5PR0VF5eHiQ3d1dmZmZyY5rtyHidoR4HQIQgAAEkiFwd3cnGxsbMj8/n0nVbSrco6MjWV5elmq1Wtvn5OREJicnRY+7vr7O5KzCnpiYkLGxsSBuiDgIEztBAAIQgEAKBFS4p6ensrCwUNfcvFzd3xcXF3Ui1hl0o+NbsUPEKWQWbYQABCAAgSACOut9+/Ztbd8XL15ks2BdavZnuSpila4+dGla/11aWsqWrmdnZ2VgYCCoPN0JEQejYkcIQAACELBOQEWsmy4x67Xezc3N7LnOcn0R+/s5Jnt7ezI+Pi4HBwdydnZWu47cjlkhIr69vRV9sEEAAhCIQeBV5fsYxfRFGd+WPuuLevaqksPDw6KP0C0vWPe3Xv/Nz4j9v3VJW/dxS9N6o1alUpFSqdT2hq1CRBzaQPaDAAQgUASB//nfvxZxGhPn+O7rL02047k0otlNWXozlrtZ6+bmRnZ2dmRlZSWTrL62v7+fLUlfXl5ms2d9HnrnNCJ+LtGnHhCAQDABRPwjKkQcnDbBOzb6mJIe7P//6upqdle0Ll9vbW3J9PR07aNLupwdfWk6uHXsCAEIQKAAAogYEReQRs/mFMyIn00oqAgEIBBKABEj4tBc6Yf9EHE/RIk6QgACdQQQMSK21CUQsaVo0hYIJEIAESNiS6mOiC1Fk7ZAIBECiBgRW0p1RGwpmrQFAokQQMSI2FKqI2JL0aQtEEiEACJGxJZSHRFbiiZtgUAiBBAxIraU6ojYUjRpCwQSIYCIEbGlVEfElqJJWyCQCAFEjIgtpToithRN2gKBRAggYkRsKdURsaVo0hYIJEIAESNiS6mOiC1Fk7ZAIBECiBgRW0p1RGwpmrQFAokQQMSI2FKqI2JL0aQtEEiEACJGxJZSHRFbiiZtgUAiBBAxIraU6ojYUjRpCwQSIYCIEbGlVEfElqJJWyCQCAFEjIgtpToithRN2gKBRAggYkRsKdURsaVo0hYIJEIAESNiS6mOiC1Fk7ZAIBECiBgRW0p1RGwpmrQFAokQQMSI2FKqI2JL0aQtEEiEACJGxN1K9aurK1lfX5f7+/usiJcvX8rCwkL2fHt7W46Pj7Pnc3NzMjU1Jefn51Iul2VwcFDW1tZkdHRUHh4eZHd3V2ZmZmRoaKhtVRFxW0TsAAEIPDcCiBgRdysnVcSHh4eyuLgoAwMDtWJUuEdHR7K8vCzValU2NjZkfn5eTk5OZHJyUu7u7uT6+jqTswp7YmJCxsbGgqqJiIMwsRMEIPCcCCBiRNytfGwm4rxc3d8XFxd1Ih4ZGZHT09PaLDqknog4hBL7QAACz4oAIkbE3UrI/NL06upqNrNtJGKVrj50aVr/XVpaypauZ2dn62bT7eqKiNsR4nUIQODZEUDEiDhGUqqUv/nmm0yw7969q1tu1mVq3XQp2m17e3syPj4uBwcHcnZ2VruO3K6uhYj49vZW9MEGAQhAIAaBV5XvYxTTF2V8W/qsL+rZq0oODw+LPjrZ9Karra0tmZ6e/kjE+RmyXkPWa8RuaVpv1KpUKlIqldresFWIiDtpIMdAAAIQ6JQAM2JmxJ3mzmOO0xnxzs6OrKysiD53N2vd3NzU/l/vitYbtfb397Ml6cvLy+wasT4PvXMaET8mKuwLAQg8CwKIGBF3KxH9jyj5H0nS8vzX3LVjf9bsPrq0ubkZf2m6W0A4LwQgAIFGBBAxIrbUM5gRW4ombYFAIgQQMSK2lOqI2FI0aQsEEiGAiBGxpVRHxJaiSVsgkAgBRIyILaU6IrYUTdoCgUQIIGJEbCnVEbGlaNIWCCRCABEjYkupjogtRZO2QCARAogYEVtKdURsKZq0BQKJEEDEiNhSqiNiS9GkLRBIhAAiRsSWUh0RW4ombYFAIgQQMSK2lOqI2FI0aQsEEiGAiBGxpVRHxJaiSVsgkAgBRIyILaU6IrYUTdoCgUQIIGJEbCnVEbGlaNIWCCRCABEjYkupjogtRZO2QCARAogYEVtKdURsKZq0BQKJEEDEiNhSqiNiS9GkLRBIhAAiRsSWUh0RW4ombYFAIgQQMSK2lOqI2FI0aQsEEiGAiBGxpVRHxJaiSVsgkAgBRIyILaU6IrYUTdoCgUQIIGJEbCnVEbGlaNIWCCRCABEjYkupjogtRZO2QCARAogYEXc71a+urmR9fV1+97vfydTUVFbc9va2HB8fZ8/n5uay/z8/P5dyuSyDg4OytrYmo6Oj8vDwILu7uzIzMyNDQ0Ntq4qI2yJiBwhA4LkRQMSIuJs5qSLd2trKivj5z39eE+7R0ZEsLy9LtVqVjY0NmZ+fl5OTE5mcnJS7uzu5vr7O9lVhT0xMyNjYWFA1EXEQJnaCAASeEwFEjIi7mY8qXH9rJFcn24uLizoRj4yMyOnpqSwsLARXEREHo2JHCEDguRBAxIi4W7moM9v9/X2ZnZ2V9+/fZ8U0E7FKVx+6NK3/Li0tZUvXeuzAwEBwFRFxMCp2hAAEngsBRIyIu5WL/rKymxk3ErH/mqvL3t6ejI+Py8HBgZydndWuI7erayEivr29FX2wNSfwqvI9eH4g8G3pMzhA4MkE6E8/IqRPtU6n4eFh0UfIpteGNzc3M4n6m96Ypdd//eu++evAetOW7uOWpvVGrUqlIqVSqe0NW4WIOKSBqe/DO/j/z4Dvvv4y9VSg/QUQoD8xIy4gjdqewp/1qmjdzVo3Nzeys7MjKysrmWT95ezLy8vsGrEuT4feOY2I24aimB0YOBBxMZnEWZQA/QkRx+gJ+eVn/+NLq6ur2V3R7g7r6enp2keX3KzafcSpXV0RcTtCBb3OwIGIC0olToOI63KAVab+7xKIOFIMETEijpRqSRRDf2JG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bCnREXGkaDJwIOJIqZZEMfQnRGwp0RFxpGgycCDiSKmWRDH0J0RsKdERcaRoMnAg4kiplkQx9CdE3K1Ef3h4kM3NTTk7O8uKWF1dlbGxsez59va2HB8fZ8/n5uZkampKzs/PpVwuy+DgoKytrcno6KjoOXZ3d2VmZkaGhobaVhURt0VUzA4MHIi4mEziLEqA/oSIu9UTVKy6qXyvrq7k8PBQFhcX5fLyUo6OjmR5eVmq1apsbGzI/Py8nJycyOTkpNzd3cn19XUmZxX2xMRETeDt6oqI2xEq6HUGDkRcUCpxGkRclwPfff0lOdElAirl09NTWVhY+EiuTrYXFxd1Ih4ZGakdE1otRBxK6on7IWJE/MQU4nCPAP2JGXG3OoS/NK1Sff36dba8nJ/l6t/6uj50aVr/XVpaypauZ2dnZWBgILiKiDgY1dN2ZOBAxE/LII72CdCfEHGMHqFL0zs7O7KysiL7+/t1y826TK2bLkW7bW9vT8bHx+Xg4CC7xuyuI7erayEivr29FX2wNSfwqvI9eH4g8G3pMzhA4MkE6E8/IqRPtU6n4eFh0Ucnm86Ot7a2ZHp6Wt69e1cn4vwMWZex9RqxW5rWG7UqlYqUSqW2N2wVIuJOGpjaMbyDZ0acWs53s730J2bE3cqvv/zlL9mdz/rwZ8T63N2sdXNzU5sp67K13qilM2ZdktabuvS6sj4PvXMaEXcrmrnzMnAg4kiplkQx9CdE3K1EV+Gur6/L/f19VkSzjy+5//dnze6jS+7jT1GXprsFxNJ5GTgQsaV87nVb6E+IuNc5WGT5zIiLpNniXA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VtKdEQcKZoMHIg4UqolUQz9CRFbSnREHCmaDByIOFKqJVEM/QkRW0p0RBwpmgwciDhSqiVRDP0JEXcr0R8eHmRzc1POzs6yIlZXV2VsbCx7vr29LcfHx9nzubk5mZqakvPzcymXyzI4OChra2syOjoqeo7d3V2ZmZmRoaGhtlVFxG0RFbMDAwciLiaTOIsSoD8h4m71BBXr9fV1TbJHR0eyvLwsl5eX4p5Xq1XZ2NiQ+fl5OTk5kcnJSbm7u6sdp8KemJioCbxdXRFxO0IFvc7AgYgLSiVOg4jrcuC7r78kJ7pE4OrqSnZ2dmRlZUX29/fr5Opke3FxUSfikZEROT09lYWFheBaIeJgVE/bEREj4qdlEEf7BOhPzIhj9AidHTup5me5+rdKVx+6NK3/Li0tZUvXs7OzMjAwEFxFRByM6mk7MnAg4qdlEEcj4sY5wIy4O31Dl5orlYqUSqXsOm9exLpMrZteJ3bb3t6ejI+Py8HBQXaN2V1HblfDQkR8e3sr+mBrTuBV5Xvw/EDg29JncIDAkwnQn35ESJ9qnU7Dw8Oij8ds7oYtlax/o5Z/3TcvZndt2S1N641avshblV+IiB/TwFT3ZUbMjDjV3O9Gu+lPP1JlRlxshulM+M2bN9ls1klYS1DRupu1bm5uateOdbasx+g1ZF2S1pu6dDlbn4feOY2Ii41h07MxcCDiSKmWRDH0J0TcrURX2b59+7bu9O4jTP7Hl9z/6ex5a2tLpqenax9dch9/iro03S0gls7LwIGILeVzr9tCf0LEvc7BIstnRlwkzRbnYu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2FKiI+JI0WTgQMSRUi2JYuhPiNhSoiPiSNFk4EDEkVItiWLoT4jYUqIj4kjRZOBAxJFSLYli6E+IuJuJ/vDwIJubm/KTn/xEFhYWakVtb2/L8fFx9vfc3JxMTU3J+fm5lMtlGRwclLW1NRkdHRU9fnd3V2ZmZmRoaKhtVRFxW0TF7MDAgYiLySTOogToT4i4Wz3h6upKvvnmG/nNb34j//rXv2oiVuEeHR3J8vKyVKtV2djYkPn5eTk5OZHJyUm5u7uT6+vrTM4q7ImJCRkbGwuqJiIOwvT0nRg4EPHTs4gzOAL0J0Tc7d6g4j09Pa2JOC9X9/fFxUWdiEdGRuqOC6knIg6hVMA+DByIuIA04hT/JUB/QsTd7gwhIlbp6kOXpvXfpaWlbOl6dnZWBgYGgquIiINRPW1HBg5E/LQM4mifAP0JEXe7R7QTsS5T66ZL0W7b29uT8fFxOTg4kLOzs9p15HZ1LUTEt7e3og+25gReVb4Hzw8Evi19BgcIPJkA/elHhPSp1uk0PDws+njs1k7E+aVq3V+vEbulab1Rq1KpSKlUanvDViEifmwDU9yfd/DMiFPM+261mf7EjLhbueXOmxexf7PWzc2N7OzsyMrKSiZZvVFrf38/W5K+vLzMrhHr89A7pxFxt6P53/MzcCDiSKmWRDH0J0TcrUTXu6bX19fl/v6+VsTq6mp2B7T/8SX3f/pRpa2tLZmenq59dEk/+hR9abpbQCydl4EDEVvK5163hf6EiHudg0WWz4y4SJotzsX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LGlREfEkaLJwIGII6VaEsXQnxCxpURHxJGiycCBiCOlWhLF0J8QsaVER8SRosnAgYgjpVoSxdCfEHE3E317e1uOj4+zIubm5mRqakrOz8+lXC7L4OCgrK2tyejoqDw8PMju7q7MzMzI0NBQx1VCxB2je9yBDByI+HEZw96tCNCfEHG3eogK9+joSJaXl6VarcrGxobMz8/LycmJTE5Oyt3dnVxfX2dyVmFPTEzI2NjYk6qDiJ+EL/xgBg5EHJ4t7NmOAP0JEbfLkU5fz8vV/X1xcVEn4pGRETk9PZWFhYVOi6odh4ifjDDsBAwciDgsU9grhAD9CRGH5Ekn+zQSsUpXH7o0rf8uLS1lS9ezs7MyMDDQSTF1xyDiJyMMOwEDByIOyxT2CiFAf0LEIXnSyT55EesytW66FO22vb09GR8fl4ODAzk7O6tdR+6kPD2mEBHf3t6KPtggAAEIQAACz4nA8PCw6CN0a7Y07a4D6zVkvUbslqb1Rq1KpSKlUqnjG7YKEXFoA9kPAhCAAAQg8JwJ+Ddr3dzcyM7OjqysrGSS1Ru19vf3syXpy8vL7BqxPn/qndOI+DlnBHWDAAQgAIHoBPyPL62urmZ3RetHlba2tmR6err20aXNzc3nszQdnRIFQgACEIAABIwQYEZsJJA0AwIQgAAE+pMAIu7PuFFrCEAAAhAwQgARGwkkzYAABCAAgf4kgIj7M27UGgIQgAAEjBBAxEYCSTMgAAEIQKA/CSDi/owbtYYABCAAASMEELGRQNIMCEAAAhDoTwKIuD/jRq0hAAEIQMAIAUQcOZCF0G5sAAAEVUlEQVT+N7a4ovWHp3/5y1/WfZXa1dWVrK+vy/39ffadpq9fv86+Ys3/+jX3FWvuZ7jcd6TqD1a/efMm+z5U3dwPW+eb6sp49epV9s0x+vVt7rc33717V/thbD3OfbuM+3Fs/b/8D2S7b51xx/r1joyZ4hIl4PqHfu+vfv9v/gv5/fx98eJF9puz+us5fr/Sryt0Pwofkvt+X3XY/b6hr7uvSfz3v/9de/63v/1N3r59W4vUH/7wh+zrE12/pf+kk8SIuMexdr/s4YtYq+SEqFLNy9f9aLV+D+rh4aEsLi5mrdCvW9NfCPF/pFrlqlJWGTf68Wo9tw4GKnrd3JeX64CgA4Ger9k5fHG7ev7pT3+Sn/70p9lvdGo9dVAp4vc6exwmiu8TAq6vfPXVV/Lpp59mb15dH8l/b7Cfn3kRPzb3819/6PcrX77+c/fG2u9/+X7vXtN92ewSQMQ9jm0jEes7aP8Hp/1OrvJzIq5WqzVx6qDTSMTavEY/4+Wa7d7N/+pXv5KJiYnaud+/f5/t4n76yx+o/N/f9M+dF7Oe2w2CRfxmZ49DRfF9QCCfp5qT7s2lzkD9nPZf01x1/aqT3G/0PcRuhUjLbDQjVrnqKpaTfv4cepz/eh/gp4odEkDEHYLr9LBm4vI7qw4Y/kxSO2gjyfod9/PPP6/7QnK/fs1mpm6m65bC9Bi3BO0E/bOf/SxbvvNn33kRu7r6v0yi+yDiTrOE4zol0ErE/iqPnj//xjH/5vQxuR8q4vzMNi9a7as6C3aXk1q9ie6UEcc9PwKIOHJM/I7ld0L/OlKrGbEuAfubf1242W9iNhOxX6bKX6+LuWvReSw6wPmzdPe6f24938nJifz+97/PXkbEkZOL4j7KuXyOKyK3yuPPiFst/Ybkfqcibifa/G/jEmKbBBBx5Li6jvfb3/62bgbrDxhapWbXiPNLvO58ekyz67HNROzPHvR4nXXrdWQ3UOVnCO6mLh+Zf+78oIKIIycXxX00y82/UfR/WzbkHob8DY3Ncv8pIm7Vb1u9OSbcdggg4sixdLL69a9/XSdbX8T67rzZXdONZqrlcrnuzupGd3HqcS9fvqy7cSr/Tt8fdHRw8O/odEvW+fL9wcy9e9d9tE66+XemRkZNcYkSaNV3mt01nRfsY3Jfr/Hq/v5dzr6Y9dz+G4BWMne/b6v7cNd0OgmMiCPHut1SVGh13PVd3b/ZcnLoudgPAhCAAAR6RwARR2ZflIgjV5viIAABCECgSwQQcZfAcloIQAACEIBACAFEHEKJfSAAAQhAAAJdIoCIuwSW00IAAhCAAARCCCDiEErsAwEIQAACEOgSAUTcJbCcFgIQgAAEIBBCABGHUGIfCEAAAhCAQJcIIOIugeW0EIAABCAAgRACiDiEEvtAAAIQgAAEukQAEXcJLKeFAAQgAAEIhBCoifjvf//7+08++eSrkIPYBwIQgAAEIACBYgh8+PDhz/8HJvoB7bEcV6AAAAAASUVORK5CYII="/>
          <p:cNvSpPr>
            <a:spLocks noChangeAspect="1" noChangeArrowheads="1"/>
          </p:cNvSpPr>
          <p:nvPr/>
        </p:nvSpPr>
        <p:spPr bwMode="auto">
          <a:xfrm>
            <a:off x="1828800" y="1828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he-IL"/>
          </a:p>
        </p:txBody>
      </p:sp>
      <p:graphicFrame>
        <p:nvGraphicFramePr>
          <p:cNvPr id="18" name="Chart 17"/>
          <p:cNvGraphicFramePr>
            <a:graphicFrameLocks/>
          </p:cNvGraphicFramePr>
          <p:nvPr/>
        </p:nvGraphicFramePr>
        <p:xfrm>
          <a:off x="7116872" y="1981200"/>
          <a:ext cx="4620016" cy="3956135"/>
        </p:xfrm>
        <a:graphic>
          <a:graphicData uri="http://schemas.openxmlformats.org/drawingml/2006/chart">
            <c:chart xmlns:c="http://schemas.openxmlformats.org/drawingml/2006/chart" xmlns:r="http://schemas.openxmlformats.org/officeDocument/2006/relationships" r:id="rId3"/>
          </a:graphicData>
        </a:graphic>
      </p:graphicFrame>
      <p:sp>
        <p:nvSpPr>
          <p:cNvPr id="19" name="Rectangle 18"/>
          <p:cNvSpPr/>
          <p:nvPr/>
        </p:nvSpPr>
        <p:spPr>
          <a:xfrm>
            <a:off x="4772416" y="1981200"/>
            <a:ext cx="2179529" cy="10125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en-US" sz="1400" dirty="0"/>
              <a:t>35 </a:t>
            </a:r>
            <a:r>
              <a:rPr lang="he-IL" sz="1400" dirty="0"/>
              <a:t>מונשמים</a:t>
            </a:r>
          </a:p>
          <a:p>
            <a:pPr algn="ctr"/>
            <a:r>
              <a:rPr lang="he-IL" sz="1400" dirty="0"/>
              <a:t>אחיות במשמרת-5</a:t>
            </a:r>
          </a:p>
          <a:p>
            <a:pPr algn="ctr"/>
            <a:r>
              <a:rPr lang="he-IL" sz="1400" dirty="0"/>
              <a:t>כוחות עזר-6</a:t>
            </a:r>
          </a:p>
        </p:txBody>
      </p:sp>
      <p:cxnSp>
        <p:nvCxnSpPr>
          <p:cNvPr id="21" name="Straight Arrow Connector 20"/>
          <p:cNvCxnSpPr/>
          <p:nvPr/>
        </p:nvCxnSpPr>
        <p:spPr>
          <a:xfrm>
            <a:off x="6237962" y="2993721"/>
            <a:ext cx="1014608" cy="95197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4647156" y="3513551"/>
            <a:ext cx="1903956" cy="8642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400" dirty="0"/>
              <a:t>27 מטופלים</a:t>
            </a:r>
          </a:p>
          <a:p>
            <a:pPr algn="ctr"/>
            <a:r>
              <a:rPr lang="he-IL" sz="1400" dirty="0"/>
              <a:t>אחיות במשמרת 2\1</a:t>
            </a:r>
          </a:p>
          <a:p>
            <a:pPr algn="ctr"/>
            <a:r>
              <a:rPr lang="he-IL" sz="1400" dirty="0"/>
              <a:t>כוחות עזר-4</a:t>
            </a:r>
          </a:p>
        </p:txBody>
      </p:sp>
      <p:cxnSp>
        <p:nvCxnSpPr>
          <p:cNvPr id="24" name="Straight Arrow Connector 23"/>
          <p:cNvCxnSpPr/>
          <p:nvPr/>
        </p:nvCxnSpPr>
        <p:spPr>
          <a:xfrm flipH="1">
            <a:off x="4647156" y="4377847"/>
            <a:ext cx="688932" cy="80792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מציין מיקום של תאריך 2">
            <a:extLst>
              <a:ext uri="{FF2B5EF4-FFF2-40B4-BE49-F238E27FC236}">
                <a16:creationId xmlns:a16="http://schemas.microsoft.com/office/drawing/2014/main" id="{1B17464F-F752-2220-663B-6AAA4AE35F21}"/>
              </a:ext>
            </a:extLst>
          </p:cNvPr>
          <p:cNvSpPr>
            <a:spLocks noGrp="1"/>
          </p:cNvSpPr>
          <p:nvPr>
            <p:ph type="dt" sz="half" idx="2"/>
          </p:nvPr>
        </p:nvSpPr>
        <p:spPr/>
        <p:txBody>
          <a:bodyPr/>
          <a:lstStyle/>
          <a:p>
            <a:endParaRPr lang="he-IL"/>
          </a:p>
        </p:txBody>
      </p:sp>
      <p:sp>
        <p:nvSpPr>
          <p:cNvPr id="17" name="מציין מיקום של כותרת תחתונה 16">
            <a:extLst>
              <a:ext uri="{FF2B5EF4-FFF2-40B4-BE49-F238E27FC236}">
                <a16:creationId xmlns:a16="http://schemas.microsoft.com/office/drawing/2014/main" id="{E6D417C6-5D7E-FF97-5A5A-91D039B64A1C}"/>
              </a:ext>
            </a:extLst>
          </p:cNvPr>
          <p:cNvSpPr>
            <a:spLocks noGrp="1"/>
          </p:cNvSpPr>
          <p:nvPr>
            <p:ph type="ftr" sz="quarter" idx="3"/>
          </p:nvPr>
        </p:nvSpPr>
        <p:spPr/>
        <p:txBody>
          <a:bodyPr/>
          <a:lstStyle/>
          <a:p>
            <a:r>
              <a:rPr lang="he-IL"/>
              <a:t>בית הדר מרכז רפואה סיעוד ושיקום </a:t>
            </a:r>
          </a:p>
        </p:txBody>
      </p:sp>
      <p:sp>
        <p:nvSpPr>
          <p:cNvPr id="20" name="מציין מיקום של מספר שקופית 19">
            <a:extLst>
              <a:ext uri="{FF2B5EF4-FFF2-40B4-BE49-F238E27FC236}">
                <a16:creationId xmlns:a16="http://schemas.microsoft.com/office/drawing/2014/main" id="{11D52520-4BDA-7E3A-210D-CB93CBA9FED4}"/>
              </a:ext>
            </a:extLst>
          </p:cNvPr>
          <p:cNvSpPr>
            <a:spLocks noGrp="1"/>
          </p:cNvSpPr>
          <p:nvPr>
            <p:ph type="sldNum" sz="quarter" idx="4"/>
          </p:nvPr>
        </p:nvSpPr>
        <p:spPr/>
        <p:txBody>
          <a:bodyPr/>
          <a:lstStyle/>
          <a:p>
            <a:fld id="{69D18E1D-D9FD-4282-B73C-11A301C594B1}" type="slidenum">
              <a:rPr lang="he-IL" smtClean="0"/>
              <a:t>11</a:t>
            </a:fld>
            <a:endParaRPr lang="he-IL"/>
          </a:p>
        </p:txBody>
      </p:sp>
    </p:spTree>
    <p:extLst>
      <p:ext uri="{BB962C8B-B14F-4D97-AF65-F5344CB8AC3E}">
        <p14:creationId xmlns:p14="http://schemas.microsoft.com/office/powerpoint/2010/main" val="1608773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he-IL" sz="2400" b="1" dirty="0"/>
              <a:t>היענות היגיינית ידיים –לפי מחלקות ולפי סקטורים נבחרים</a:t>
            </a:r>
          </a:p>
        </p:txBody>
      </p:sp>
      <p:sp>
        <p:nvSpPr>
          <p:cNvPr id="3" name="Content Placeholder 2"/>
          <p:cNvSpPr>
            <a:spLocks noGrp="1"/>
          </p:cNvSpPr>
          <p:nvPr>
            <p:ph idx="1"/>
          </p:nvPr>
        </p:nvSpPr>
        <p:spPr/>
        <p:txBody>
          <a:bodyPr/>
          <a:lstStyle/>
          <a:p>
            <a:endParaRPr lang="he-IL" dirty="0"/>
          </a:p>
          <a:p>
            <a:endParaRPr lang="he-IL" dirty="0"/>
          </a:p>
          <a:p>
            <a:endParaRPr lang="he-IL" dirty="0"/>
          </a:p>
        </p:txBody>
      </p:sp>
      <p:graphicFrame>
        <p:nvGraphicFramePr>
          <p:cNvPr id="4" name="Chart 3"/>
          <p:cNvGraphicFramePr>
            <a:graphicFrameLocks/>
          </p:cNvGraphicFramePr>
          <p:nvPr/>
        </p:nvGraphicFramePr>
        <p:xfrm>
          <a:off x="8242126" y="2442575"/>
          <a:ext cx="3734844" cy="3522945"/>
        </p:xfrm>
        <a:graphic>
          <a:graphicData uri="http://schemas.openxmlformats.org/drawingml/2006/chart">
            <c:chart xmlns:c="http://schemas.openxmlformats.org/drawingml/2006/chart" xmlns:r="http://schemas.openxmlformats.org/officeDocument/2006/relationships" r:id="rId2"/>
          </a:graphicData>
        </a:graphic>
      </p:graphicFrame>
      <p:sp>
        <p:nvSpPr>
          <p:cNvPr id="5" name="Rectangle 4"/>
          <p:cNvSpPr/>
          <p:nvPr/>
        </p:nvSpPr>
        <p:spPr>
          <a:xfrm>
            <a:off x="5799551" y="2404997"/>
            <a:ext cx="2254685" cy="13653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400" dirty="0"/>
              <a:t>2חדרים נפרדים לפזיותרפיה וריפוי ועיסוק</a:t>
            </a:r>
          </a:p>
          <a:p>
            <a:pPr algn="ctr"/>
            <a:r>
              <a:rPr lang="he-IL" sz="1400" dirty="0"/>
              <a:t>פזיותרפיסטים-10</a:t>
            </a:r>
          </a:p>
          <a:p>
            <a:pPr algn="ctr"/>
            <a:r>
              <a:rPr lang="he-IL" sz="1400" dirty="0"/>
              <a:t>מטופלים-10</a:t>
            </a:r>
          </a:p>
          <a:p>
            <a:pPr algn="ctr"/>
            <a:r>
              <a:rPr lang="he-IL" sz="1400" dirty="0"/>
              <a:t>רפוי ועיסוק-4</a:t>
            </a:r>
          </a:p>
          <a:p>
            <a:pPr algn="ctr"/>
            <a:r>
              <a:rPr lang="he-IL" sz="1400" dirty="0"/>
              <a:t>מטופלים-4</a:t>
            </a:r>
          </a:p>
        </p:txBody>
      </p:sp>
      <p:cxnSp>
        <p:nvCxnSpPr>
          <p:cNvPr id="7" name="Straight Arrow Connector 6"/>
          <p:cNvCxnSpPr/>
          <p:nvPr/>
        </p:nvCxnSpPr>
        <p:spPr>
          <a:xfrm>
            <a:off x="7478038" y="3770334"/>
            <a:ext cx="851770" cy="87682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8" name="Chart 7"/>
          <p:cNvGraphicFramePr>
            <a:graphicFrameLocks/>
          </p:cNvGraphicFramePr>
          <p:nvPr/>
        </p:nvGraphicFramePr>
        <p:xfrm>
          <a:off x="0" y="2816790"/>
          <a:ext cx="4572000" cy="3660732"/>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p:cNvSpPr/>
          <p:nvPr/>
        </p:nvSpPr>
        <p:spPr>
          <a:xfrm>
            <a:off x="3319397" y="1565753"/>
            <a:ext cx="1716066" cy="125260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400" dirty="0"/>
              <a:t>35 מטופלים</a:t>
            </a:r>
          </a:p>
          <a:p>
            <a:pPr algn="ctr"/>
            <a:r>
              <a:rPr lang="he-IL" sz="1400" dirty="0"/>
              <a:t>6 אחיות במשמרת</a:t>
            </a:r>
          </a:p>
          <a:p>
            <a:pPr algn="ctr"/>
            <a:r>
              <a:rPr lang="he-IL" sz="1400" dirty="0"/>
              <a:t>2 רופאים</a:t>
            </a:r>
          </a:p>
          <a:p>
            <a:pPr algn="ctr"/>
            <a:r>
              <a:rPr lang="he-IL" sz="1400" dirty="0"/>
              <a:t>3 פרא רפואי</a:t>
            </a:r>
          </a:p>
          <a:p>
            <a:pPr algn="ctr"/>
            <a:r>
              <a:rPr lang="he-IL" sz="1400" dirty="0"/>
              <a:t>5כוחות עזר</a:t>
            </a:r>
          </a:p>
        </p:txBody>
      </p:sp>
      <p:cxnSp>
        <p:nvCxnSpPr>
          <p:cNvPr id="10" name="Straight Arrow Connector 9"/>
          <p:cNvCxnSpPr/>
          <p:nvPr/>
        </p:nvCxnSpPr>
        <p:spPr>
          <a:xfrm flipH="1">
            <a:off x="3494762" y="2818356"/>
            <a:ext cx="300624" cy="52609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מציין מיקום של תאריך 8">
            <a:extLst>
              <a:ext uri="{FF2B5EF4-FFF2-40B4-BE49-F238E27FC236}">
                <a16:creationId xmlns:a16="http://schemas.microsoft.com/office/drawing/2014/main" id="{693B37DC-74F6-AEF2-89C9-59F86D09DB93}"/>
              </a:ext>
            </a:extLst>
          </p:cNvPr>
          <p:cNvSpPr>
            <a:spLocks noGrp="1"/>
          </p:cNvSpPr>
          <p:nvPr>
            <p:ph type="dt" sz="half" idx="2"/>
          </p:nvPr>
        </p:nvSpPr>
        <p:spPr/>
        <p:txBody>
          <a:bodyPr/>
          <a:lstStyle/>
          <a:p>
            <a:endParaRPr lang="he-IL"/>
          </a:p>
        </p:txBody>
      </p:sp>
      <p:sp>
        <p:nvSpPr>
          <p:cNvPr id="11" name="מציין מיקום של כותרת תחתונה 10">
            <a:extLst>
              <a:ext uri="{FF2B5EF4-FFF2-40B4-BE49-F238E27FC236}">
                <a16:creationId xmlns:a16="http://schemas.microsoft.com/office/drawing/2014/main" id="{811A8C1F-FE46-ED3D-A9DE-5B2EC8C660AD}"/>
              </a:ext>
            </a:extLst>
          </p:cNvPr>
          <p:cNvSpPr>
            <a:spLocks noGrp="1"/>
          </p:cNvSpPr>
          <p:nvPr>
            <p:ph type="ftr" sz="quarter" idx="3"/>
          </p:nvPr>
        </p:nvSpPr>
        <p:spPr/>
        <p:txBody>
          <a:bodyPr/>
          <a:lstStyle/>
          <a:p>
            <a:r>
              <a:rPr lang="he-IL"/>
              <a:t>בית הדר מרכז רפואה סיעוד ושיקום </a:t>
            </a:r>
          </a:p>
        </p:txBody>
      </p:sp>
      <p:sp>
        <p:nvSpPr>
          <p:cNvPr id="12" name="מציין מיקום של מספר שקופית 11">
            <a:extLst>
              <a:ext uri="{FF2B5EF4-FFF2-40B4-BE49-F238E27FC236}">
                <a16:creationId xmlns:a16="http://schemas.microsoft.com/office/drawing/2014/main" id="{7EAD5D6B-1145-A00D-2887-F40DA96F1FF5}"/>
              </a:ext>
            </a:extLst>
          </p:cNvPr>
          <p:cNvSpPr>
            <a:spLocks noGrp="1"/>
          </p:cNvSpPr>
          <p:nvPr>
            <p:ph type="sldNum" sz="quarter" idx="4"/>
          </p:nvPr>
        </p:nvSpPr>
        <p:spPr/>
        <p:txBody>
          <a:bodyPr/>
          <a:lstStyle/>
          <a:p>
            <a:fld id="{69D18E1D-D9FD-4282-B73C-11A301C594B1}" type="slidenum">
              <a:rPr lang="he-IL" smtClean="0"/>
              <a:t>12</a:t>
            </a:fld>
            <a:endParaRPr lang="he-IL"/>
          </a:p>
        </p:txBody>
      </p:sp>
    </p:spTree>
    <p:extLst>
      <p:ext uri="{BB962C8B-B14F-4D97-AF65-F5344CB8AC3E}">
        <p14:creationId xmlns:p14="http://schemas.microsoft.com/office/powerpoint/2010/main" val="3221120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492C6BA-0B80-2C86-453B-B6B5BCF27765}"/>
              </a:ext>
            </a:extLst>
          </p:cNvPr>
          <p:cNvSpPr>
            <a:spLocks noGrp="1"/>
          </p:cNvSpPr>
          <p:nvPr>
            <p:ph type="title"/>
          </p:nvPr>
        </p:nvSpPr>
        <p:spPr/>
        <p:txBody>
          <a:bodyPr/>
          <a:lstStyle/>
          <a:p>
            <a:pPr algn="ctr"/>
            <a:r>
              <a:rPr lang="he-IL" sz="2400" b="1" dirty="0">
                <a:solidFill>
                  <a:prstClr val="black"/>
                </a:solidFill>
              </a:rPr>
              <a:t>היענות היגיינית ידיים –לפי מחלקות ולפי סקטורים נבחרים</a:t>
            </a:r>
            <a:endParaRPr lang="he-IL" dirty="0"/>
          </a:p>
        </p:txBody>
      </p:sp>
      <p:graphicFrame>
        <p:nvGraphicFramePr>
          <p:cNvPr id="5" name="Content Placeholder 4"/>
          <p:cNvGraphicFramePr>
            <a:graphicFrameLocks noGrp="1"/>
          </p:cNvGraphicFramePr>
          <p:nvPr>
            <p:ph idx="1"/>
          </p:nvPr>
        </p:nvGraphicFramePr>
        <p:xfrm>
          <a:off x="0" y="2880986"/>
          <a:ext cx="4635674" cy="3977014"/>
        </p:xfrm>
        <a:graphic>
          <a:graphicData uri="http://schemas.openxmlformats.org/drawingml/2006/chart">
            <c:chart xmlns:c="http://schemas.openxmlformats.org/drawingml/2006/chart" xmlns:r="http://schemas.openxmlformats.org/officeDocument/2006/relationships" r:id="rId2"/>
          </a:graphicData>
        </a:graphic>
      </p:graphicFrame>
      <p:sp>
        <p:nvSpPr>
          <p:cNvPr id="6" name="Rectangle 5"/>
          <p:cNvSpPr/>
          <p:nvPr/>
        </p:nvSpPr>
        <p:spPr>
          <a:xfrm>
            <a:off x="4164904" y="2837143"/>
            <a:ext cx="1640910" cy="10897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400" dirty="0"/>
              <a:t>2 אחיות במשמרת</a:t>
            </a:r>
          </a:p>
          <a:p>
            <a:pPr algn="ctr"/>
            <a:r>
              <a:rPr lang="he-IL" sz="1400" dirty="0"/>
              <a:t>6כוחות עזר</a:t>
            </a:r>
          </a:p>
          <a:p>
            <a:pPr algn="ctr"/>
            <a:r>
              <a:rPr lang="he-IL" sz="1400" dirty="0"/>
              <a:t>2 רופאים</a:t>
            </a:r>
          </a:p>
          <a:p>
            <a:pPr algn="ctr"/>
            <a:r>
              <a:rPr lang="he-IL" sz="1400" dirty="0"/>
              <a:t>4 פרא רפואי</a:t>
            </a:r>
          </a:p>
        </p:txBody>
      </p:sp>
      <p:cxnSp>
        <p:nvCxnSpPr>
          <p:cNvPr id="8" name="Straight Arrow Connector 7"/>
          <p:cNvCxnSpPr/>
          <p:nvPr/>
        </p:nvCxnSpPr>
        <p:spPr>
          <a:xfrm flipH="1">
            <a:off x="4164904" y="3926909"/>
            <a:ext cx="206679" cy="8517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9" name="Chart 8"/>
          <p:cNvGraphicFramePr>
            <a:graphicFrameLocks/>
          </p:cNvGraphicFramePr>
          <p:nvPr/>
        </p:nvGraphicFramePr>
        <p:xfrm>
          <a:off x="7104345" y="3118981"/>
          <a:ext cx="5087655" cy="3739019"/>
        </p:xfrm>
        <a:graphic>
          <a:graphicData uri="http://schemas.openxmlformats.org/drawingml/2006/chart">
            <c:chart xmlns:c="http://schemas.openxmlformats.org/drawingml/2006/chart" xmlns:r="http://schemas.openxmlformats.org/officeDocument/2006/relationships" r:id="rId3"/>
          </a:graphicData>
        </a:graphic>
      </p:graphicFrame>
      <p:sp>
        <p:nvSpPr>
          <p:cNvPr id="10" name="Rectangle 9"/>
          <p:cNvSpPr/>
          <p:nvPr/>
        </p:nvSpPr>
        <p:spPr>
          <a:xfrm>
            <a:off x="6313118" y="2367419"/>
            <a:ext cx="1553227" cy="12150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400" dirty="0"/>
              <a:t>4 אחיות במשמרת</a:t>
            </a:r>
          </a:p>
          <a:p>
            <a:pPr algn="ctr"/>
            <a:r>
              <a:rPr lang="he-IL" sz="1400" dirty="0"/>
              <a:t>5 כוח עזר</a:t>
            </a:r>
          </a:p>
          <a:p>
            <a:pPr algn="ctr"/>
            <a:r>
              <a:rPr lang="he-IL" sz="1400" dirty="0"/>
              <a:t>2 רופאים</a:t>
            </a:r>
          </a:p>
        </p:txBody>
      </p:sp>
      <p:cxnSp>
        <p:nvCxnSpPr>
          <p:cNvPr id="12" name="Straight Arrow Connector 11"/>
          <p:cNvCxnSpPr/>
          <p:nvPr/>
        </p:nvCxnSpPr>
        <p:spPr>
          <a:xfrm>
            <a:off x="6801633" y="3582444"/>
            <a:ext cx="513567" cy="6263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מציין מיקום של תאריך 2">
            <a:extLst>
              <a:ext uri="{FF2B5EF4-FFF2-40B4-BE49-F238E27FC236}">
                <a16:creationId xmlns:a16="http://schemas.microsoft.com/office/drawing/2014/main" id="{541B1F01-5753-17E5-85D8-84A052DE6D29}"/>
              </a:ext>
            </a:extLst>
          </p:cNvPr>
          <p:cNvSpPr>
            <a:spLocks noGrp="1"/>
          </p:cNvSpPr>
          <p:nvPr>
            <p:ph type="dt" sz="half" idx="2"/>
          </p:nvPr>
        </p:nvSpPr>
        <p:spPr/>
        <p:txBody>
          <a:bodyPr/>
          <a:lstStyle/>
          <a:p>
            <a:endParaRPr lang="he-IL"/>
          </a:p>
        </p:txBody>
      </p:sp>
      <p:sp>
        <p:nvSpPr>
          <p:cNvPr id="4" name="מציין מיקום של כותרת תחתונה 3">
            <a:extLst>
              <a:ext uri="{FF2B5EF4-FFF2-40B4-BE49-F238E27FC236}">
                <a16:creationId xmlns:a16="http://schemas.microsoft.com/office/drawing/2014/main" id="{A89A5D4C-AF61-59B7-C8B9-75AFE794E80D}"/>
              </a:ext>
            </a:extLst>
          </p:cNvPr>
          <p:cNvSpPr>
            <a:spLocks noGrp="1"/>
          </p:cNvSpPr>
          <p:nvPr>
            <p:ph type="ftr" sz="quarter" idx="3"/>
          </p:nvPr>
        </p:nvSpPr>
        <p:spPr/>
        <p:txBody>
          <a:bodyPr/>
          <a:lstStyle/>
          <a:p>
            <a:r>
              <a:rPr lang="he-IL"/>
              <a:t>בית הדר מרכז רפואה סיעוד ושיקום </a:t>
            </a:r>
          </a:p>
        </p:txBody>
      </p:sp>
      <p:sp>
        <p:nvSpPr>
          <p:cNvPr id="7" name="מציין מיקום של מספר שקופית 6">
            <a:extLst>
              <a:ext uri="{FF2B5EF4-FFF2-40B4-BE49-F238E27FC236}">
                <a16:creationId xmlns:a16="http://schemas.microsoft.com/office/drawing/2014/main" id="{724E12A4-E3C3-A690-C3F9-6F671F752DF3}"/>
              </a:ext>
            </a:extLst>
          </p:cNvPr>
          <p:cNvSpPr>
            <a:spLocks noGrp="1"/>
          </p:cNvSpPr>
          <p:nvPr>
            <p:ph type="sldNum" sz="quarter" idx="4"/>
          </p:nvPr>
        </p:nvSpPr>
        <p:spPr/>
        <p:txBody>
          <a:bodyPr/>
          <a:lstStyle/>
          <a:p>
            <a:fld id="{69D18E1D-D9FD-4282-B73C-11A301C594B1}" type="slidenum">
              <a:rPr lang="he-IL" smtClean="0"/>
              <a:t>13</a:t>
            </a:fld>
            <a:endParaRPr lang="he-IL"/>
          </a:p>
        </p:txBody>
      </p:sp>
    </p:spTree>
    <p:extLst>
      <p:ext uri="{BB962C8B-B14F-4D97-AF65-F5344CB8AC3E}">
        <p14:creationId xmlns:p14="http://schemas.microsoft.com/office/powerpoint/2010/main" val="33067227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B8D060F-9010-BBF9-C4CE-085E2487DF3D}"/>
              </a:ext>
            </a:extLst>
          </p:cNvPr>
          <p:cNvSpPr>
            <a:spLocks noGrp="1"/>
          </p:cNvSpPr>
          <p:nvPr>
            <p:ph type="title"/>
          </p:nvPr>
        </p:nvSpPr>
        <p:spPr/>
        <p:txBody>
          <a:bodyPr>
            <a:normAutofit/>
          </a:bodyPr>
          <a:lstStyle/>
          <a:p>
            <a:pPr algn="ctr"/>
            <a:r>
              <a:rPr lang="he-IL" sz="2400" b="1" dirty="0">
                <a:solidFill>
                  <a:prstClr val="black"/>
                </a:solidFill>
              </a:rPr>
              <a:t>היענות היגיינית ידיים –לפי מחלקות ולפי סקטורים נבחרים</a:t>
            </a:r>
            <a:endParaRPr lang="he-IL" sz="3200" dirty="0">
              <a:latin typeface="David" panose="020E0502060401010101" pitchFamily="34" charset="-79"/>
              <a:cs typeface="David" panose="020E0502060401010101" pitchFamily="34" charset="-79"/>
            </a:endParaRPr>
          </a:p>
        </p:txBody>
      </p:sp>
      <p:graphicFrame>
        <p:nvGraphicFramePr>
          <p:cNvPr id="6" name="Content Placeholder 5"/>
          <p:cNvGraphicFramePr>
            <a:graphicFrameLocks noGrp="1"/>
          </p:cNvGraphicFramePr>
          <p:nvPr>
            <p:ph idx="1"/>
          </p:nvPr>
        </p:nvGraphicFramePr>
        <p:xfrm>
          <a:off x="7589729" y="2830882"/>
          <a:ext cx="4602271" cy="3922277"/>
        </p:xfrm>
        <a:graphic>
          <a:graphicData uri="http://schemas.openxmlformats.org/drawingml/2006/chart">
            <c:chart xmlns:c="http://schemas.openxmlformats.org/drawingml/2006/chart" xmlns:r="http://schemas.openxmlformats.org/officeDocument/2006/relationships" r:id="rId3"/>
          </a:graphicData>
        </a:graphic>
      </p:graphicFrame>
      <p:sp>
        <p:nvSpPr>
          <p:cNvPr id="7" name="Rectangle 6"/>
          <p:cNvSpPr/>
          <p:nvPr/>
        </p:nvSpPr>
        <p:spPr>
          <a:xfrm>
            <a:off x="5511453" y="3206663"/>
            <a:ext cx="1590805" cy="10772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400" dirty="0"/>
              <a:t>5 אחיות במשמרת</a:t>
            </a:r>
          </a:p>
          <a:p>
            <a:pPr algn="ctr"/>
            <a:r>
              <a:rPr lang="he-IL" sz="1400" dirty="0"/>
              <a:t>6 כוחות עזר</a:t>
            </a:r>
          </a:p>
        </p:txBody>
      </p:sp>
      <p:cxnSp>
        <p:nvCxnSpPr>
          <p:cNvPr id="9" name="Straight Arrow Connector 8"/>
          <p:cNvCxnSpPr/>
          <p:nvPr/>
        </p:nvCxnSpPr>
        <p:spPr>
          <a:xfrm>
            <a:off x="6626268" y="4283901"/>
            <a:ext cx="1102291" cy="67640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4797468" y="4622104"/>
            <a:ext cx="1665962" cy="8893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1400" dirty="0"/>
              <a:t>6 אחיות במשמרת</a:t>
            </a:r>
          </a:p>
          <a:p>
            <a:pPr algn="ctr"/>
            <a:r>
              <a:rPr lang="he-IL" sz="1400" dirty="0"/>
              <a:t>4 כוח עזר</a:t>
            </a:r>
          </a:p>
        </p:txBody>
      </p:sp>
      <p:cxnSp>
        <p:nvCxnSpPr>
          <p:cNvPr id="13" name="Straight Arrow Connector 12"/>
          <p:cNvCxnSpPr/>
          <p:nvPr/>
        </p:nvCxnSpPr>
        <p:spPr>
          <a:xfrm flipH="1">
            <a:off x="4371584" y="5511452"/>
            <a:ext cx="926926" cy="6137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aphicFrame>
        <p:nvGraphicFramePr>
          <p:cNvPr id="14" name="Chart 13"/>
          <p:cNvGraphicFramePr>
            <a:graphicFrameLocks/>
          </p:cNvGraphicFramePr>
          <p:nvPr/>
        </p:nvGraphicFramePr>
        <p:xfrm>
          <a:off x="7728559" y="3206663"/>
          <a:ext cx="4572000" cy="353547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p:cNvGraphicFramePr>
            <a:graphicFrameLocks/>
          </p:cNvGraphicFramePr>
          <p:nvPr/>
        </p:nvGraphicFramePr>
        <p:xfrm>
          <a:off x="0" y="2893512"/>
          <a:ext cx="4572000" cy="3795387"/>
        </p:xfrm>
        <a:graphic>
          <a:graphicData uri="http://schemas.openxmlformats.org/drawingml/2006/chart">
            <c:chart xmlns:c="http://schemas.openxmlformats.org/drawingml/2006/chart" xmlns:r="http://schemas.openxmlformats.org/officeDocument/2006/relationships" r:id="rId5"/>
          </a:graphicData>
        </a:graphic>
      </p:graphicFrame>
      <p:sp>
        <p:nvSpPr>
          <p:cNvPr id="3" name="מציין מיקום של תאריך 2">
            <a:extLst>
              <a:ext uri="{FF2B5EF4-FFF2-40B4-BE49-F238E27FC236}">
                <a16:creationId xmlns:a16="http://schemas.microsoft.com/office/drawing/2014/main" id="{615E5FC8-9783-1010-1A7F-43D239F1D04D}"/>
              </a:ext>
            </a:extLst>
          </p:cNvPr>
          <p:cNvSpPr>
            <a:spLocks noGrp="1"/>
          </p:cNvSpPr>
          <p:nvPr>
            <p:ph type="dt" sz="half" idx="2"/>
          </p:nvPr>
        </p:nvSpPr>
        <p:spPr/>
        <p:txBody>
          <a:bodyPr/>
          <a:lstStyle/>
          <a:p>
            <a:endParaRPr lang="he-IL"/>
          </a:p>
        </p:txBody>
      </p:sp>
      <p:sp>
        <p:nvSpPr>
          <p:cNvPr id="4" name="מציין מיקום של כותרת תחתונה 3">
            <a:extLst>
              <a:ext uri="{FF2B5EF4-FFF2-40B4-BE49-F238E27FC236}">
                <a16:creationId xmlns:a16="http://schemas.microsoft.com/office/drawing/2014/main" id="{B2CD9CB1-220E-AB90-A8D8-8C05B473CECB}"/>
              </a:ext>
            </a:extLst>
          </p:cNvPr>
          <p:cNvSpPr>
            <a:spLocks noGrp="1"/>
          </p:cNvSpPr>
          <p:nvPr>
            <p:ph type="ftr" sz="quarter" idx="3"/>
          </p:nvPr>
        </p:nvSpPr>
        <p:spPr/>
        <p:txBody>
          <a:bodyPr/>
          <a:lstStyle/>
          <a:p>
            <a:r>
              <a:rPr lang="he-IL"/>
              <a:t>בית הדר מרכז רפואה סיעוד ושיקום </a:t>
            </a:r>
          </a:p>
        </p:txBody>
      </p:sp>
      <p:sp>
        <p:nvSpPr>
          <p:cNvPr id="5" name="מציין מיקום של מספר שקופית 4">
            <a:extLst>
              <a:ext uri="{FF2B5EF4-FFF2-40B4-BE49-F238E27FC236}">
                <a16:creationId xmlns:a16="http://schemas.microsoft.com/office/drawing/2014/main" id="{755052E5-6E42-065D-9DA4-A10EB3006197}"/>
              </a:ext>
            </a:extLst>
          </p:cNvPr>
          <p:cNvSpPr>
            <a:spLocks noGrp="1"/>
          </p:cNvSpPr>
          <p:nvPr>
            <p:ph type="sldNum" sz="quarter" idx="4"/>
          </p:nvPr>
        </p:nvSpPr>
        <p:spPr/>
        <p:txBody>
          <a:bodyPr/>
          <a:lstStyle/>
          <a:p>
            <a:fld id="{69D18E1D-D9FD-4282-B73C-11A301C594B1}" type="slidenum">
              <a:rPr lang="he-IL" smtClean="0"/>
              <a:t>14</a:t>
            </a:fld>
            <a:endParaRPr lang="he-IL"/>
          </a:p>
        </p:txBody>
      </p:sp>
    </p:spTree>
    <p:extLst>
      <p:ext uri="{BB962C8B-B14F-4D97-AF65-F5344CB8AC3E}">
        <p14:creationId xmlns:p14="http://schemas.microsoft.com/office/powerpoint/2010/main" val="397327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55750DE-7C33-E960-8B0D-BBDE9820B035}"/>
              </a:ext>
            </a:extLst>
          </p:cNvPr>
          <p:cNvSpPr>
            <a:spLocks noGrp="1"/>
          </p:cNvSpPr>
          <p:nvPr>
            <p:ph type="title"/>
          </p:nvPr>
        </p:nvSpPr>
        <p:spPr>
          <a:xfrm>
            <a:off x="841248" y="334644"/>
            <a:ext cx="10509504" cy="1076914"/>
          </a:xfrm>
        </p:spPr>
        <p:txBody>
          <a:bodyPr anchor="ctr">
            <a:normAutofit/>
          </a:bodyPr>
          <a:lstStyle/>
          <a:p>
            <a:pPr algn="ctr"/>
            <a:r>
              <a:rPr lang="he-IL" sz="2400" b="1" dirty="0"/>
              <a:t>היענות להיגניית ידיים לפי סקטורים</a:t>
            </a:r>
            <a:br>
              <a:rPr lang="he-IL" sz="3400" dirty="0"/>
            </a:br>
            <a:endParaRPr lang="he-IL" sz="3400" dirty="0"/>
          </a:p>
        </p:txBody>
      </p:sp>
      <p:graphicFrame>
        <p:nvGraphicFramePr>
          <p:cNvPr id="13" name="Content Placeholder 12"/>
          <p:cNvGraphicFramePr>
            <a:graphicFrameLocks noGrp="1"/>
          </p:cNvGraphicFramePr>
          <p:nvPr>
            <p:ph idx="1"/>
          </p:nvPr>
        </p:nvGraphicFramePr>
        <p:xfrm>
          <a:off x="1540700" y="1991637"/>
          <a:ext cx="9813099" cy="4509371"/>
        </p:xfrm>
        <a:graphic>
          <a:graphicData uri="http://schemas.openxmlformats.org/drawingml/2006/chart">
            <c:chart xmlns:c="http://schemas.openxmlformats.org/drawingml/2006/chart" xmlns:r="http://schemas.openxmlformats.org/officeDocument/2006/relationships" r:id="rId3"/>
          </a:graphicData>
        </a:graphic>
      </p:graphicFrame>
      <p:sp>
        <p:nvSpPr>
          <p:cNvPr id="3" name="מציין מיקום של תאריך 2">
            <a:extLst>
              <a:ext uri="{FF2B5EF4-FFF2-40B4-BE49-F238E27FC236}">
                <a16:creationId xmlns:a16="http://schemas.microsoft.com/office/drawing/2014/main" id="{096A44A0-7A28-28A1-84AA-6198A8E077F9}"/>
              </a:ext>
            </a:extLst>
          </p:cNvPr>
          <p:cNvSpPr>
            <a:spLocks noGrp="1"/>
          </p:cNvSpPr>
          <p:nvPr>
            <p:ph type="dt" sz="half" idx="2"/>
          </p:nvPr>
        </p:nvSpPr>
        <p:spPr/>
        <p:txBody>
          <a:bodyPr/>
          <a:lstStyle/>
          <a:p>
            <a:endParaRPr lang="he-IL"/>
          </a:p>
        </p:txBody>
      </p:sp>
      <p:sp>
        <p:nvSpPr>
          <p:cNvPr id="4" name="מציין מיקום של כותרת תחתונה 3">
            <a:extLst>
              <a:ext uri="{FF2B5EF4-FFF2-40B4-BE49-F238E27FC236}">
                <a16:creationId xmlns:a16="http://schemas.microsoft.com/office/drawing/2014/main" id="{C315525F-6F0D-DBAB-64BA-5E89FD6A14F0}"/>
              </a:ext>
            </a:extLst>
          </p:cNvPr>
          <p:cNvSpPr>
            <a:spLocks noGrp="1"/>
          </p:cNvSpPr>
          <p:nvPr>
            <p:ph type="ftr" sz="quarter" idx="3"/>
          </p:nvPr>
        </p:nvSpPr>
        <p:spPr/>
        <p:txBody>
          <a:bodyPr/>
          <a:lstStyle/>
          <a:p>
            <a:r>
              <a:rPr lang="he-IL"/>
              <a:t>בית הדר מרכז רפואה סיעוד ושיקום </a:t>
            </a:r>
          </a:p>
        </p:txBody>
      </p:sp>
      <p:sp>
        <p:nvSpPr>
          <p:cNvPr id="5" name="מציין מיקום של מספר שקופית 4">
            <a:extLst>
              <a:ext uri="{FF2B5EF4-FFF2-40B4-BE49-F238E27FC236}">
                <a16:creationId xmlns:a16="http://schemas.microsoft.com/office/drawing/2014/main" id="{71051203-9021-4A91-B8C0-936642FD1154}"/>
              </a:ext>
            </a:extLst>
          </p:cNvPr>
          <p:cNvSpPr>
            <a:spLocks noGrp="1"/>
          </p:cNvSpPr>
          <p:nvPr>
            <p:ph type="sldNum" sz="quarter" idx="4"/>
          </p:nvPr>
        </p:nvSpPr>
        <p:spPr/>
        <p:txBody>
          <a:bodyPr/>
          <a:lstStyle/>
          <a:p>
            <a:fld id="{69D18E1D-D9FD-4282-B73C-11A301C594B1}" type="slidenum">
              <a:rPr lang="he-IL" smtClean="0"/>
              <a:t>15</a:t>
            </a:fld>
            <a:endParaRPr lang="he-IL"/>
          </a:p>
        </p:txBody>
      </p:sp>
    </p:spTree>
    <p:extLst>
      <p:ext uri="{BB962C8B-B14F-4D97-AF65-F5344CB8AC3E}">
        <p14:creationId xmlns:p14="http://schemas.microsoft.com/office/powerpoint/2010/main" val="1362820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B8D3730-1C5A-C5A7-1D19-80490FEDCC47}"/>
              </a:ext>
            </a:extLst>
          </p:cNvPr>
          <p:cNvSpPr>
            <a:spLocks noGrp="1"/>
          </p:cNvSpPr>
          <p:nvPr>
            <p:ph type="title"/>
          </p:nvPr>
        </p:nvSpPr>
        <p:spPr>
          <a:xfrm>
            <a:off x="841248" y="334644"/>
            <a:ext cx="10509504" cy="1076914"/>
          </a:xfrm>
        </p:spPr>
        <p:txBody>
          <a:bodyPr anchor="ctr">
            <a:normAutofit/>
          </a:bodyPr>
          <a:lstStyle/>
          <a:p>
            <a:pPr algn="ctr"/>
            <a:r>
              <a:rPr lang="he-IL" sz="2400" b="1" dirty="0"/>
              <a:t>היענות להיגניית ידיים- התפלגות מחלקתית</a:t>
            </a:r>
            <a:br>
              <a:rPr lang="he-IL" sz="3400" dirty="0"/>
            </a:br>
            <a:r>
              <a:rPr lang="he-IL" sz="3400" dirty="0"/>
              <a:t> </a:t>
            </a:r>
          </a:p>
        </p:txBody>
      </p:sp>
      <p:graphicFrame>
        <p:nvGraphicFramePr>
          <p:cNvPr id="6" name="Content Placeholder 5"/>
          <p:cNvGraphicFramePr>
            <a:graphicFrameLocks noGrp="1"/>
          </p:cNvGraphicFramePr>
          <p:nvPr>
            <p:ph idx="1"/>
          </p:nvPr>
        </p:nvGraphicFramePr>
        <p:xfrm>
          <a:off x="1252602" y="1828800"/>
          <a:ext cx="10101197" cy="4610100"/>
        </p:xfrm>
        <a:graphic>
          <a:graphicData uri="http://schemas.openxmlformats.org/drawingml/2006/chart">
            <c:chart xmlns:c="http://schemas.openxmlformats.org/drawingml/2006/chart" xmlns:r="http://schemas.openxmlformats.org/officeDocument/2006/relationships" r:id="rId3"/>
          </a:graphicData>
        </a:graphic>
      </p:graphicFrame>
      <p:sp>
        <p:nvSpPr>
          <p:cNvPr id="3" name="מציין מיקום של תאריך 2">
            <a:extLst>
              <a:ext uri="{FF2B5EF4-FFF2-40B4-BE49-F238E27FC236}">
                <a16:creationId xmlns:a16="http://schemas.microsoft.com/office/drawing/2014/main" id="{525ED7A2-EE34-B9BA-942A-D5DF0B2D537E}"/>
              </a:ext>
            </a:extLst>
          </p:cNvPr>
          <p:cNvSpPr>
            <a:spLocks noGrp="1"/>
          </p:cNvSpPr>
          <p:nvPr>
            <p:ph type="dt" sz="half" idx="2"/>
          </p:nvPr>
        </p:nvSpPr>
        <p:spPr/>
        <p:txBody>
          <a:bodyPr/>
          <a:lstStyle/>
          <a:p>
            <a:endParaRPr lang="he-IL"/>
          </a:p>
        </p:txBody>
      </p:sp>
      <p:sp>
        <p:nvSpPr>
          <p:cNvPr id="4" name="מציין מיקום של כותרת תחתונה 3">
            <a:extLst>
              <a:ext uri="{FF2B5EF4-FFF2-40B4-BE49-F238E27FC236}">
                <a16:creationId xmlns:a16="http://schemas.microsoft.com/office/drawing/2014/main" id="{E68B43DD-BDEA-FD43-578A-DCAD05AB803B}"/>
              </a:ext>
            </a:extLst>
          </p:cNvPr>
          <p:cNvSpPr>
            <a:spLocks noGrp="1"/>
          </p:cNvSpPr>
          <p:nvPr>
            <p:ph type="ftr" sz="quarter" idx="3"/>
          </p:nvPr>
        </p:nvSpPr>
        <p:spPr/>
        <p:txBody>
          <a:bodyPr/>
          <a:lstStyle/>
          <a:p>
            <a:r>
              <a:rPr lang="he-IL"/>
              <a:t>בית הדר מרכז רפואה סיעוד ושיקום </a:t>
            </a:r>
          </a:p>
        </p:txBody>
      </p:sp>
      <p:sp>
        <p:nvSpPr>
          <p:cNvPr id="5" name="מציין מיקום של מספר שקופית 4">
            <a:extLst>
              <a:ext uri="{FF2B5EF4-FFF2-40B4-BE49-F238E27FC236}">
                <a16:creationId xmlns:a16="http://schemas.microsoft.com/office/drawing/2014/main" id="{09B4881D-BA6A-F5EB-4F3D-365CDA383209}"/>
              </a:ext>
            </a:extLst>
          </p:cNvPr>
          <p:cNvSpPr>
            <a:spLocks noGrp="1"/>
          </p:cNvSpPr>
          <p:nvPr>
            <p:ph type="sldNum" sz="quarter" idx="4"/>
          </p:nvPr>
        </p:nvSpPr>
        <p:spPr/>
        <p:txBody>
          <a:bodyPr/>
          <a:lstStyle/>
          <a:p>
            <a:fld id="{69D18E1D-D9FD-4282-B73C-11A301C594B1}" type="slidenum">
              <a:rPr lang="he-IL" smtClean="0"/>
              <a:t>16</a:t>
            </a:fld>
            <a:endParaRPr lang="he-IL"/>
          </a:p>
        </p:txBody>
      </p:sp>
    </p:spTree>
    <p:extLst>
      <p:ext uri="{BB962C8B-B14F-4D97-AF65-F5344CB8AC3E}">
        <p14:creationId xmlns:p14="http://schemas.microsoft.com/office/powerpoint/2010/main" val="40927792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83377" y="777611"/>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5794131" y="279193"/>
            <a:ext cx="5610285" cy="630237"/>
          </a:xfrm>
        </p:spPr>
        <p:txBody>
          <a:bodyPr/>
          <a:lstStyle/>
          <a:p>
            <a:pPr algn="r"/>
            <a:r>
              <a:rPr lang="he-IL" sz="3200" dirty="0"/>
              <a:t>התערבות ויישום:</a:t>
            </a:r>
            <a:br>
              <a:rPr lang="he-IL" sz="3200" dirty="0"/>
            </a:br>
            <a:br>
              <a:rPr lang="he-IL" sz="3200" dirty="0"/>
            </a:br>
            <a:r>
              <a:rPr lang="he-IL" sz="3200" dirty="0"/>
              <a:t>פעילות בנושא היגיינת ידיים</a:t>
            </a:r>
            <a:endParaRPr lang="he-IL" sz="2800" dirty="0">
              <a:solidFill>
                <a:schemeClr val="accent1">
                  <a:lumMod val="60000"/>
                  <a:lumOff val="40000"/>
                </a:schemeClr>
              </a:solidFill>
            </a:endParaRPr>
          </a:p>
        </p:txBody>
      </p:sp>
      <p:sp>
        <p:nvSpPr>
          <p:cNvPr id="4" name="Content Placeholder 3"/>
          <p:cNvSpPr>
            <a:spLocks noGrp="1"/>
          </p:cNvSpPr>
          <p:nvPr>
            <p:ph idx="4294967295"/>
          </p:nvPr>
        </p:nvSpPr>
        <p:spPr>
          <a:xfrm>
            <a:off x="3621088" y="2768600"/>
            <a:ext cx="8570912" cy="3386138"/>
          </a:xfrm>
        </p:spPr>
        <p:txBody>
          <a:bodyPr/>
          <a:lstStyle/>
          <a:p>
            <a:pPr algn="r" rtl="1">
              <a:lnSpc>
                <a:spcPct val="150000"/>
              </a:lnSpc>
              <a:spcAft>
                <a:spcPts val="0"/>
              </a:spcAft>
            </a:pPr>
            <a:r>
              <a:rPr lang="he-IL" sz="2000" b="1" dirty="0">
                <a:solidFill>
                  <a:srgbClr val="000000"/>
                </a:solidFill>
                <a:latin typeface="Arial" panose="020B0604020202020204" pitchFamily="34" charset="0"/>
              </a:rPr>
              <a:t>   </a:t>
            </a:r>
          </a:p>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dirty="0"/>
          </a:p>
          <a:p>
            <a:pPr algn="r" rtl="1">
              <a:lnSpc>
                <a:spcPct val="150000"/>
              </a:lnSpc>
              <a:spcAft>
                <a:spcPts val="0"/>
              </a:spcAft>
            </a:pPr>
            <a:r>
              <a:rPr lang="he-IL" sz="2000" dirty="0">
                <a:solidFill>
                  <a:srgbClr val="002060"/>
                </a:solidFill>
                <a:ea typeface="Times New Roman" panose="02020603050405020304" pitchFamily="18" charset="0"/>
              </a:rPr>
              <a:t>  </a:t>
            </a:r>
          </a:p>
          <a:p>
            <a:pPr algn="r" rtl="1">
              <a:lnSpc>
                <a:spcPct val="150000"/>
              </a:lnSpc>
              <a:spcAft>
                <a:spcPts val="0"/>
              </a:spcAft>
            </a:pPr>
            <a:endParaRPr lang="en-US" sz="1800" dirty="0">
              <a:ea typeface="Times New Roman" panose="02020603050405020304" pitchFamily="18" charset="0"/>
            </a:endParaRPr>
          </a:p>
          <a:p>
            <a:pPr algn="r"/>
            <a:endParaRPr lang="he-IL" dirty="0"/>
          </a:p>
        </p:txBody>
      </p:sp>
      <p:sp>
        <p:nvSpPr>
          <p:cNvPr id="5" name="מציין מיקום תוכן 4"/>
          <p:cNvSpPr>
            <a:spLocks noGrp="1"/>
          </p:cNvSpPr>
          <p:nvPr>
            <p:ph sz="quarter" idx="4294967295"/>
          </p:nvPr>
        </p:nvSpPr>
        <p:spPr>
          <a:xfrm>
            <a:off x="1650695" y="1783379"/>
            <a:ext cx="9912794" cy="4894267"/>
          </a:xfrm>
        </p:spPr>
        <p:txBody>
          <a:bodyPr/>
          <a:lstStyle/>
          <a:p>
            <a:pPr marL="457200" indent="-457200" algn="r" rtl="1">
              <a:buAutoNum type="arabicPeriod"/>
            </a:pPr>
            <a:r>
              <a:rPr lang="he-IL" dirty="0"/>
              <a:t>הדרכות לקהל יעד </a:t>
            </a:r>
            <a:r>
              <a:rPr lang="he-IL" u="sng" dirty="0"/>
              <a:t>"צוות חדש"-  </a:t>
            </a:r>
            <a:r>
              <a:rPr lang="he-IL" dirty="0"/>
              <a:t>הדרכה פרונטאלית , לומדה וסרטון הדרכה מוסדי </a:t>
            </a:r>
            <a:br>
              <a:rPr lang="en-US" dirty="0"/>
            </a:br>
            <a:r>
              <a:rPr lang="he-IL" sz="1400" dirty="0"/>
              <a:t> </a:t>
            </a:r>
            <a:r>
              <a:rPr lang="en-US" sz="1400" dirty="0">
                <a:hlinkClick r:id="rId2" action="ppaction://hlinkfile"/>
              </a:rPr>
              <a:t>\\Adint\DOC\</a:t>
            </a:r>
            <a:r>
              <a:rPr lang="he-IL" sz="1400" dirty="0">
                <a:hlinkClick r:id="rId2" action="ppaction://hlinkfile"/>
              </a:rPr>
              <a:t>חינוך תוך שרות\תחומים קליניים לריכוז </a:t>
            </a:r>
            <a:r>
              <a:rPr lang="he-IL" sz="1400" dirty="0" err="1">
                <a:hlinkClick r:id="rId2" action="ppaction://hlinkfile"/>
              </a:rPr>
              <a:t>חתש</a:t>
            </a:r>
            <a:r>
              <a:rPr lang="he-IL" sz="1400" dirty="0">
                <a:hlinkClick r:id="rId2" action="ppaction://hlinkfile"/>
              </a:rPr>
              <a:t>\הכשרת </a:t>
            </a:r>
            <a:r>
              <a:rPr lang="he-IL" sz="1400" dirty="0" err="1">
                <a:hlinkClick r:id="rId2" action="ppaction://hlinkfile"/>
              </a:rPr>
              <a:t>כח</a:t>
            </a:r>
            <a:r>
              <a:rPr lang="he-IL" sz="1400" dirty="0">
                <a:hlinkClick r:id="rId2" action="ppaction://hlinkfile"/>
              </a:rPr>
              <a:t> אדם סיעודי\ניהול מעקב ביצוע הדרכות צוות\הדרכה לעובדים חדשים\מניעת זיהומים\היגיינת ידיים.</a:t>
            </a:r>
            <a:r>
              <a:rPr lang="en-US" sz="1400" dirty="0">
                <a:hlinkClick r:id="rId2" action="ppaction://hlinkfile"/>
              </a:rPr>
              <a:t>mp4</a:t>
            </a:r>
            <a:r>
              <a:rPr lang="he-IL" sz="1400" dirty="0"/>
              <a:t> </a:t>
            </a:r>
          </a:p>
          <a:p>
            <a:pPr marL="457200" indent="-457200" algn="r" rtl="1">
              <a:buAutoNum type="arabicPeriod"/>
            </a:pPr>
            <a:r>
              <a:rPr lang="he-IL" dirty="0"/>
              <a:t>הדרכות לקהל יעד </a:t>
            </a:r>
            <a:r>
              <a:rPr lang="he-IL" u="sng" dirty="0"/>
              <a:t>"עובדי משק" </a:t>
            </a:r>
            <a:r>
              <a:rPr lang="he-IL" dirty="0"/>
              <a:t>29/06/2022 </a:t>
            </a:r>
            <a:r>
              <a:rPr lang="he-IL" sz="1400" dirty="0">
                <a:hlinkClick r:id="rId3" action="ppaction://hlinkpres?slideindex=1&amp;slidetitle="/>
              </a:rPr>
              <a:t>מצגת לעובדי משק מניעת זיהומים.</a:t>
            </a:r>
            <a:r>
              <a:rPr lang="en-US" sz="1400" dirty="0">
                <a:hlinkClick r:id="rId3" action="ppaction://hlinkpres?slideindex=1&amp;slidetitle="/>
              </a:rPr>
              <a:t>pptx</a:t>
            </a:r>
            <a:endParaRPr lang="he-IL" sz="1400" dirty="0"/>
          </a:p>
          <a:p>
            <a:pPr marL="457200" indent="-457200" algn="r" rtl="1">
              <a:buAutoNum type="arabicPeriod"/>
            </a:pPr>
            <a:r>
              <a:rPr lang="he-IL" dirty="0"/>
              <a:t>תצפיות על ידי חברי ועדת מניעת זיהומים ונאמני נושא . </a:t>
            </a:r>
          </a:p>
          <a:p>
            <a:pPr marL="457200" indent="-457200" algn="r" rtl="1">
              <a:buAutoNum type="arabicPeriod"/>
            </a:pPr>
            <a:r>
              <a:rPr lang="he-IL" dirty="0"/>
              <a:t>פעילות של סטודנטים לקידום בריאות בנושא היגיינת ידיים</a:t>
            </a:r>
          </a:p>
          <a:p>
            <a:pPr marL="457200" indent="-457200" algn="r" rtl="1">
              <a:buAutoNum type="arabicPeriod"/>
            </a:pPr>
            <a:r>
              <a:rPr lang="he-IL" dirty="0"/>
              <a:t>שילוט חדש :</a:t>
            </a:r>
          </a:p>
          <a:p>
            <a:pPr marL="0" indent="0" algn="r" rtl="1"/>
            <a:endParaRPr lang="he-IL" dirty="0"/>
          </a:p>
        </p:txBody>
      </p:sp>
      <p:pic>
        <p:nvPicPr>
          <p:cNvPr id="7" name="תמונה 6">
            <a:extLst>
              <a:ext uri="{FF2B5EF4-FFF2-40B4-BE49-F238E27FC236}">
                <a16:creationId xmlns:a16="http://schemas.microsoft.com/office/drawing/2014/main" id="{7BC88447-E01C-3440-E8A0-70BE892ECC03}"/>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4805082" y="3784361"/>
            <a:ext cx="4450225" cy="2618201"/>
          </a:xfrm>
          <a:prstGeom prst="rect">
            <a:avLst/>
          </a:prstGeom>
        </p:spPr>
      </p:pic>
      <p:sp>
        <p:nvSpPr>
          <p:cNvPr id="6" name="מציין מיקום של כותרת תחתונה 5">
            <a:extLst>
              <a:ext uri="{FF2B5EF4-FFF2-40B4-BE49-F238E27FC236}">
                <a16:creationId xmlns:a16="http://schemas.microsoft.com/office/drawing/2014/main" id="{5086A941-A97E-34FB-8704-A2F2264F39FE}"/>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8" name="מציין מיקום של מספר שקופית 7">
            <a:extLst>
              <a:ext uri="{FF2B5EF4-FFF2-40B4-BE49-F238E27FC236}">
                <a16:creationId xmlns:a16="http://schemas.microsoft.com/office/drawing/2014/main" id="{3874ACBF-6BA0-7239-24A3-D4C2FA514C77}"/>
              </a:ext>
            </a:extLst>
          </p:cNvPr>
          <p:cNvSpPr>
            <a:spLocks noGrp="1"/>
          </p:cNvSpPr>
          <p:nvPr>
            <p:ph type="sldNum" sz="quarter" idx="10"/>
          </p:nvPr>
        </p:nvSpPr>
        <p:spPr/>
        <p:txBody>
          <a:bodyPr/>
          <a:lstStyle/>
          <a:p>
            <a:fld id="{CFCBC793-4117-4864-AC5E-98EB848ECCA7}" type="slidenum">
              <a:rPr lang="en-GB" smtClean="0">
                <a:solidFill>
                  <a:srgbClr val="002776"/>
                </a:solidFill>
              </a:rPr>
              <a:pPr/>
              <a:t>17</a:t>
            </a:fld>
            <a:endParaRPr lang="en-GB" dirty="0">
              <a:solidFill>
                <a:srgbClr val="002776"/>
              </a:solidFill>
            </a:endParaRPr>
          </a:p>
        </p:txBody>
      </p:sp>
      <p:pic>
        <p:nvPicPr>
          <p:cNvPr id="15" name="תמונה 14">
            <a:extLst>
              <a:ext uri="{FF2B5EF4-FFF2-40B4-BE49-F238E27FC236}">
                <a16:creationId xmlns:a16="http://schemas.microsoft.com/office/drawing/2014/main" id="{BF9F3D20-16D1-A4A1-2B8E-9E15A1AAF606}"/>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75663" y="50247"/>
            <a:ext cx="1297111" cy="1454727"/>
          </a:xfrm>
          <a:prstGeom prst="rect">
            <a:avLst/>
          </a:prstGeom>
        </p:spPr>
      </p:pic>
    </p:spTree>
    <p:extLst>
      <p:ext uri="{BB962C8B-B14F-4D97-AF65-F5344CB8AC3E}">
        <p14:creationId xmlns:p14="http://schemas.microsoft.com/office/powerpoint/2010/main" val="41464975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83377" y="777611"/>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4611798" y="193177"/>
            <a:ext cx="6759289" cy="1075853"/>
          </a:xfrm>
        </p:spPr>
        <p:txBody>
          <a:bodyPr/>
          <a:lstStyle/>
          <a:p>
            <a:pPr algn="r"/>
            <a:r>
              <a:rPr lang="he-IL" sz="3200" dirty="0"/>
              <a:t>התערבות ויישום:</a:t>
            </a:r>
            <a:br>
              <a:rPr lang="he-IL" sz="3200" dirty="0"/>
            </a:br>
            <a:br>
              <a:rPr lang="he-IL" sz="3200" dirty="0"/>
            </a:br>
            <a:r>
              <a:rPr lang="he-IL" sz="3200" dirty="0"/>
              <a:t>פעילות בנושא חיידקים יציבים ובידוד מגע</a:t>
            </a:r>
            <a:endParaRPr lang="he-IL" sz="2800" dirty="0">
              <a:solidFill>
                <a:schemeClr val="accent1">
                  <a:lumMod val="60000"/>
                  <a:lumOff val="40000"/>
                </a:schemeClr>
              </a:solidFill>
            </a:endParaRPr>
          </a:p>
        </p:txBody>
      </p:sp>
      <p:sp>
        <p:nvSpPr>
          <p:cNvPr id="4" name="Content Placeholder 3"/>
          <p:cNvSpPr>
            <a:spLocks noGrp="1"/>
          </p:cNvSpPr>
          <p:nvPr>
            <p:ph idx="1"/>
          </p:nvPr>
        </p:nvSpPr>
        <p:spPr>
          <a:xfrm>
            <a:off x="1785257" y="1581015"/>
            <a:ext cx="9683520" cy="4896835"/>
          </a:xfrm>
        </p:spPr>
        <p:txBody>
          <a:bodyPr/>
          <a:lstStyle/>
          <a:p>
            <a:pPr marL="457200" indent="-457200" algn="r" rtl="1">
              <a:lnSpc>
                <a:spcPct val="150000"/>
              </a:lnSpc>
              <a:spcAft>
                <a:spcPts val="0"/>
              </a:spcAft>
              <a:buFont typeface="+mj-lt"/>
              <a:buAutoNum type="arabicPeriod"/>
            </a:pPr>
            <a:r>
              <a:rPr lang="he-IL" sz="2000" dirty="0"/>
              <a:t>איזה מחוללים מבודדים</a:t>
            </a:r>
            <a:r>
              <a:rPr lang="en-US" sz="2000" dirty="0"/>
              <a:t>? </a:t>
            </a:r>
            <a:r>
              <a:rPr lang="he-IL" sz="2000" dirty="0"/>
              <a:t> </a:t>
            </a:r>
          </a:p>
          <a:p>
            <a:pPr marL="0" indent="0" algn="r" rtl="1">
              <a:lnSpc>
                <a:spcPct val="150000"/>
              </a:lnSpc>
              <a:spcAft>
                <a:spcPts val="0"/>
              </a:spcAft>
            </a:pPr>
            <a:endParaRPr lang="he-IL" sz="2000" dirty="0">
              <a:hlinkClick r:id="rId2" action="ppaction://hlinkfile"/>
            </a:endParaRPr>
          </a:p>
          <a:p>
            <a:pPr marL="0" indent="0" algn="r" rtl="1">
              <a:lnSpc>
                <a:spcPct val="150000"/>
              </a:lnSpc>
              <a:spcAft>
                <a:spcPts val="0"/>
              </a:spcAft>
            </a:pPr>
            <a:endParaRPr lang="he-IL" sz="2000" dirty="0">
              <a:hlinkClick r:id="rId2" action="ppaction://hlinkfile"/>
            </a:endParaRPr>
          </a:p>
          <a:p>
            <a:pPr marL="0" indent="0" algn="r" rtl="1">
              <a:lnSpc>
                <a:spcPct val="150000"/>
              </a:lnSpc>
              <a:spcAft>
                <a:spcPts val="0"/>
              </a:spcAft>
            </a:pPr>
            <a:endParaRPr lang="he-IL" sz="2000" dirty="0">
              <a:hlinkClick r:id="rId2" action="ppaction://hlinkfile"/>
            </a:endParaRPr>
          </a:p>
          <a:p>
            <a:pPr marL="0" indent="0" algn="r" rtl="1">
              <a:lnSpc>
                <a:spcPct val="150000"/>
              </a:lnSpc>
              <a:spcAft>
                <a:spcPts val="0"/>
              </a:spcAft>
            </a:pPr>
            <a:endParaRPr lang="he-IL" sz="2000" dirty="0">
              <a:hlinkClick r:id="rId2" action="ppaction://hlinkfile"/>
            </a:endParaRPr>
          </a:p>
          <a:p>
            <a:pPr marL="0" indent="0" algn="r" rtl="1">
              <a:lnSpc>
                <a:spcPct val="150000"/>
              </a:lnSpc>
              <a:spcAft>
                <a:spcPts val="0"/>
              </a:spcAft>
            </a:pPr>
            <a:endParaRPr lang="he-IL" sz="2000" dirty="0">
              <a:hlinkClick r:id="rId2" action="ppaction://hlinkfile"/>
            </a:endParaRPr>
          </a:p>
          <a:p>
            <a:pPr marL="0" indent="0" algn="r" rtl="1">
              <a:lnSpc>
                <a:spcPct val="150000"/>
              </a:lnSpc>
              <a:spcAft>
                <a:spcPts val="0"/>
              </a:spcAft>
            </a:pPr>
            <a:endParaRPr lang="he-IL" sz="2000" dirty="0">
              <a:hlinkClick r:id="rId2" action="ppaction://hlinkfile"/>
            </a:endParaRPr>
          </a:p>
          <a:p>
            <a:pPr marL="0" indent="0" algn="r" rtl="1">
              <a:lnSpc>
                <a:spcPct val="150000"/>
              </a:lnSpc>
              <a:spcAft>
                <a:spcPts val="0"/>
              </a:spcAft>
            </a:pPr>
            <a:endParaRPr lang="he-IL" sz="2000" dirty="0">
              <a:hlinkClick r:id="rId2" action="ppaction://hlinkfile"/>
            </a:endParaRPr>
          </a:p>
          <a:p>
            <a:pPr marL="0" indent="0" algn="r" rtl="1">
              <a:lnSpc>
                <a:spcPct val="150000"/>
              </a:lnSpc>
              <a:spcAft>
                <a:spcPts val="0"/>
              </a:spcAft>
            </a:pPr>
            <a:endParaRPr lang="he-IL" sz="2000" dirty="0">
              <a:hlinkClick r:id="rId2" action="ppaction://hlinkfile"/>
            </a:endParaRPr>
          </a:p>
          <a:p>
            <a:pPr marL="0" indent="0" algn="r" rtl="1">
              <a:lnSpc>
                <a:spcPct val="150000"/>
              </a:lnSpc>
              <a:spcAft>
                <a:spcPts val="0"/>
              </a:spcAft>
            </a:pPr>
            <a:r>
              <a:rPr lang="he-IL" sz="2000" dirty="0">
                <a:hlinkClick r:id="rId2" action="ppaction://hlinkfile"/>
              </a:rPr>
              <a:t> </a:t>
            </a:r>
            <a:r>
              <a:rPr lang="he-IL" sz="1400" dirty="0">
                <a:hlinkClick r:id="rId3" action="ppaction://hlinkfile"/>
              </a:rPr>
              <a:t>..\..\..\..\נהלים\נהלים מתעדכנים\999999999\מניעת זיהומים\כללי בידוד במטופל ופעולות למניעת התפשטות מחלות זיהומיות 1.10.3.</a:t>
            </a:r>
            <a:r>
              <a:rPr lang="en-US" sz="1400" dirty="0">
                <a:hlinkClick r:id="rId3" action="ppaction://hlinkfile"/>
              </a:rPr>
              <a:t>doc</a:t>
            </a:r>
            <a:endParaRPr lang="he-IL" sz="1400" dirty="0"/>
          </a:p>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dirty="0"/>
          </a:p>
          <a:p>
            <a:pPr algn="r" rtl="1">
              <a:lnSpc>
                <a:spcPct val="150000"/>
              </a:lnSpc>
              <a:spcAft>
                <a:spcPts val="0"/>
              </a:spcAft>
            </a:pPr>
            <a:r>
              <a:rPr lang="he-IL" sz="2000" dirty="0">
                <a:solidFill>
                  <a:srgbClr val="002060"/>
                </a:solidFill>
                <a:ea typeface="Times New Roman" panose="02020603050405020304" pitchFamily="18" charset="0"/>
              </a:rPr>
              <a:t>  </a:t>
            </a:r>
          </a:p>
          <a:p>
            <a:pPr algn="r" rtl="1">
              <a:lnSpc>
                <a:spcPct val="150000"/>
              </a:lnSpc>
              <a:spcAft>
                <a:spcPts val="0"/>
              </a:spcAft>
            </a:pPr>
            <a:endParaRPr lang="en-US" sz="1800" dirty="0">
              <a:ea typeface="Times New Roman" panose="02020603050405020304" pitchFamily="18" charset="0"/>
            </a:endParaRPr>
          </a:p>
          <a:p>
            <a:pPr algn="r"/>
            <a:endParaRPr lang="he-IL" dirty="0"/>
          </a:p>
        </p:txBody>
      </p:sp>
      <p:sp>
        <p:nvSpPr>
          <p:cNvPr id="5" name="מציין מיקום של כותרת תחתונה 4">
            <a:extLst>
              <a:ext uri="{FF2B5EF4-FFF2-40B4-BE49-F238E27FC236}">
                <a16:creationId xmlns:a16="http://schemas.microsoft.com/office/drawing/2014/main" id="{CB530D4D-1391-F1A7-BEE2-2377C1D5B283}"/>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6" name="מציין מיקום של מספר שקופית 5">
            <a:extLst>
              <a:ext uri="{FF2B5EF4-FFF2-40B4-BE49-F238E27FC236}">
                <a16:creationId xmlns:a16="http://schemas.microsoft.com/office/drawing/2014/main" id="{53DB954E-0BDB-664F-AEC6-CC541F1426D7}"/>
              </a:ext>
            </a:extLst>
          </p:cNvPr>
          <p:cNvSpPr>
            <a:spLocks noGrp="1"/>
          </p:cNvSpPr>
          <p:nvPr>
            <p:ph type="sldNum" sz="quarter" idx="10"/>
          </p:nvPr>
        </p:nvSpPr>
        <p:spPr/>
        <p:txBody>
          <a:bodyPr/>
          <a:lstStyle/>
          <a:p>
            <a:fld id="{1FD32C8D-3C3C-4A9C-83E3-1121F7D962C2}" type="slidenum">
              <a:rPr lang="en-GB" smtClean="0">
                <a:solidFill>
                  <a:srgbClr val="002776"/>
                </a:solidFill>
              </a:rPr>
              <a:pPr/>
              <a:t>18</a:t>
            </a:fld>
            <a:endParaRPr lang="en-GB" dirty="0">
              <a:solidFill>
                <a:srgbClr val="002776"/>
              </a:solidFill>
            </a:endParaRPr>
          </a:p>
        </p:txBody>
      </p:sp>
      <p:pic>
        <p:nvPicPr>
          <p:cNvPr id="7" name="תמונה 6">
            <a:extLst>
              <a:ext uri="{FF2B5EF4-FFF2-40B4-BE49-F238E27FC236}">
                <a16:creationId xmlns:a16="http://schemas.microsoft.com/office/drawing/2014/main" id="{5EDF32DF-BB8C-11E5-CC1C-2B422B30C252}"/>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291306" y="160333"/>
            <a:ext cx="1150478" cy="1454727"/>
          </a:xfrm>
          <a:prstGeom prst="rect">
            <a:avLst/>
          </a:prstGeom>
        </p:spPr>
      </p:pic>
      <p:sp>
        <p:nvSpPr>
          <p:cNvPr id="13" name="Rectangle 1"/>
          <p:cNvSpPr>
            <a:spLocks noChangeArrowheads="1"/>
          </p:cNvSpPr>
          <p:nvPr/>
        </p:nvSpPr>
        <p:spPr bwMode="auto">
          <a:xfrm>
            <a:off x="2011871" y="258888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pic>
        <p:nvPicPr>
          <p:cNvPr id="15" name="תמונה 14">
            <a:extLst>
              <a:ext uri="{FF2B5EF4-FFF2-40B4-BE49-F238E27FC236}">
                <a16:creationId xmlns:a16="http://schemas.microsoft.com/office/drawing/2014/main" id="{D61C56C6-8A7C-8387-72F7-75F3AF08E1E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5643" y="1601812"/>
            <a:ext cx="5287113" cy="2210108"/>
          </a:xfrm>
          <a:prstGeom prst="rect">
            <a:avLst/>
          </a:prstGeom>
        </p:spPr>
      </p:pic>
      <p:pic>
        <p:nvPicPr>
          <p:cNvPr id="18" name="תמונה 17">
            <a:extLst>
              <a:ext uri="{FF2B5EF4-FFF2-40B4-BE49-F238E27FC236}">
                <a16:creationId xmlns:a16="http://schemas.microsoft.com/office/drawing/2014/main" id="{EDAD5D87-6D01-3931-A758-346562C3890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51081" y="3645634"/>
            <a:ext cx="5249008" cy="2143424"/>
          </a:xfrm>
          <a:prstGeom prst="rect">
            <a:avLst/>
          </a:prstGeom>
        </p:spPr>
      </p:pic>
    </p:spTree>
    <p:extLst>
      <p:ext uri="{BB962C8B-B14F-4D97-AF65-F5344CB8AC3E}">
        <p14:creationId xmlns:p14="http://schemas.microsoft.com/office/powerpoint/2010/main" val="34166935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83377" y="777611"/>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4611798" y="193177"/>
            <a:ext cx="6759289" cy="1075853"/>
          </a:xfrm>
        </p:spPr>
        <p:txBody>
          <a:bodyPr/>
          <a:lstStyle/>
          <a:p>
            <a:pPr algn="r"/>
            <a:r>
              <a:rPr lang="he-IL" sz="3200" dirty="0"/>
              <a:t>התערבות ויישום:</a:t>
            </a:r>
            <a:br>
              <a:rPr lang="he-IL" sz="3200" dirty="0"/>
            </a:br>
            <a:r>
              <a:rPr lang="he-IL" sz="3200" dirty="0"/>
              <a:t>פעילות בנושא חיידקים יציבים ובידוד מגע</a:t>
            </a:r>
            <a:endParaRPr lang="he-IL" sz="2800" dirty="0">
              <a:solidFill>
                <a:schemeClr val="accent1">
                  <a:lumMod val="60000"/>
                  <a:lumOff val="40000"/>
                </a:schemeClr>
              </a:solidFill>
            </a:endParaRPr>
          </a:p>
        </p:txBody>
      </p:sp>
      <p:sp>
        <p:nvSpPr>
          <p:cNvPr id="4" name="Content Placeholder 3"/>
          <p:cNvSpPr>
            <a:spLocks noGrp="1"/>
          </p:cNvSpPr>
          <p:nvPr>
            <p:ph idx="1"/>
          </p:nvPr>
        </p:nvSpPr>
        <p:spPr>
          <a:xfrm>
            <a:off x="1785257" y="1581015"/>
            <a:ext cx="9683520" cy="4724535"/>
          </a:xfrm>
        </p:spPr>
        <p:txBody>
          <a:bodyPr/>
          <a:lstStyle/>
          <a:p>
            <a:pPr marL="457200" indent="-457200" algn="r" rtl="1">
              <a:lnSpc>
                <a:spcPct val="150000"/>
              </a:lnSpc>
              <a:spcAft>
                <a:spcPts val="0"/>
              </a:spcAft>
              <a:buFont typeface="+mj-lt"/>
              <a:buAutoNum type="arabicPeriod" startAt="2"/>
            </a:pPr>
            <a:r>
              <a:rPr lang="he-IL" sz="2000" b="1" u="sng" dirty="0">
                <a:latin typeface="Arial" panose="020B0604020202020204" pitchFamily="34" charset="0"/>
                <a:cs typeface="Arial" panose="020B0604020202020204" pitchFamily="34" charset="0"/>
              </a:rPr>
              <a:t>מדיניות סיקור בקבלה : </a:t>
            </a:r>
            <a:br>
              <a:rPr lang="en-US" sz="2000" dirty="0">
                <a:latin typeface="+mj-lt"/>
              </a:rPr>
            </a:br>
            <a:r>
              <a:rPr lang="he-IL" sz="1600" dirty="0"/>
              <a:t>מונשמים : תרביות כיח, שתן,   </a:t>
            </a:r>
            <a:r>
              <a:rPr lang="en-US" sz="1600" dirty="0"/>
              <a:t>VRE</a:t>
            </a:r>
            <a:r>
              <a:rPr lang="he-IL" sz="1600" dirty="0"/>
              <a:t> ,</a:t>
            </a:r>
            <a:r>
              <a:rPr lang="en-US" sz="1600" dirty="0"/>
              <a:t>CRE</a:t>
            </a:r>
            <a:r>
              <a:rPr lang="he-IL" sz="1600" dirty="0"/>
              <a:t> ,</a:t>
            </a:r>
            <a:r>
              <a:rPr lang="en-US" sz="1600" dirty="0"/>
              <a:t> ,CRAB </a:t>
            </a:r>
            <a:br>
              <a:rPr lang="en-US" sz="1600" dirty="0"/>
            </a:br>
            <a:r>
              <a:rPr lang="he-IL" sz="1600" dirty="0"/>
              <a:t>סיעוד מורכב : </a:t>
            </a:r>
            <a:r>
              <a:rPr lang="en-US" sz="1600" dirty="0"/>
              <a:t>CRE, VRE , CRAB,</a:t>
            </a:r>
            <a:r>
              <a:rPr lang="he-IL" sz="1600" dirty="0"/>
              <a:t>  -מטושים מ- 2 אתרים</a:t>
            </a:r>
          </a:p>
          <a:p>
            <a:pPr marL="457200" indent="-457200" algn="r" rtl="1">
              <a:lnSpc>
                <a:spcPct val="150000"/>
              </a:lnSpc>
              <a:spcAft>
                <a:spcPts val="0"/>
              </a:spcAft>
              <a:buFont typeface="+mj-lt"/>
              <a:buAutoNum type="arabicPeriod" startAt="3"/>
            </a:pPr>
            <a:r>
              <a:rPr lang="he-IL" sz="1800" b="1" u="sng" dirty="0">
                <a:latin typeface="Arial" panose="020B0604020202020204" pitchFamily="34" charset="0"/>
                <a:cs typeface="David" panose="020E0502060401010101" pitchFamily="34" charset="-79"/>
              </a:rPr>
              <a:t>הימצאות : </a:t>
            </a:r>
            <a:r>
              <a:rPr lang="he-IL" sz="2000" dirty="0"/>
              <a:t>נכון ל 26.02.23</a:t>
            </a:r>
          </a:p>
          <a:p>
            <a:pPr marL="457200" indent="-457200" algn="r" rtl="1">
              <a:lnSpc>
                <a:spcPct val="150000"/>
              </a:lnSpc>
              <a:spcAft>
                <a:spcPts val="0"/>
              </a:spcAft>
              <a:buFont typeface="+mj-lt"/>
              <a:buAutoNum type="arabicPeriod" startAt="3"/>
            </a:pPr>
            <a:endParaRPr lang="he-IL" sz="2000" dirty="0"/>
          </a:p>
          <a:p>
            <a:pPr marL="457200" indent="-457200" algn="r" rtl="1">
              <a:lnSpc>
                <a:spcPct val="150000"/>
              </a:lnSpc>
              <a:spcAft>
                <a:spcPts val="0"/>
              </a:spcAft>
              <a:buFont typeface="+mj-lt"/>
              <a:buAutoNum type="arabicPeriod" startAt="3"/>
            </a:pPr>
            <a:endParaRPr lang="he-IL" sz="2000" dirty="0"/>
          </a:p>
          <a:p>
            <a:pPr marL="0" indent="0" algn="r" rtl="1">
              <a:lnSpc>
                <a:spcPct val="150000"/>
              </a:lnSpc>
              <a:spcAft>
                <a:spcPts val="0"/>
              </a:spcAft>
            </a:pPr>
            <a:endParaRPr lang="he-IL" sz="2000" dirty="0"/>
          </a:p>
          <a:p>
            <a:pPr marL="457200" indent="-457200" algn="r" rtl="1">
              <a:lnSpc>
                <a:spcPct val="150000"/>
              </a:lnSpc>
              <a:spcAft>
                <a:spcPts val="0"/>
              </a:spcAft>
              <a:buFont typeface="+mj-lt"/>
              <a:buAutoNum type="arabicPeriod" startAt="4"/>
            </a:pPr>
            <a:r>
              <a:rPr lang="he-IL" sz="2000" b="1" u="sng" dirty="0">
                <a:latin typeface="Arial" panose="020B0604020202020204" pitchFamily="34" charset="0"/>
                <a:cs typeface="Arial" panose="020B0604020202020204" pitchFamily="34" charset="0"/>
              </a:rPr>
              <a:t>תיוג מטופלים נשאים/זיהום פעיל </a:t>
            </a:r>
            <a:r>
              <a:rPr lang="he-IL" sz="1400" dirty="0"/>
              <a:t>– </a:t>
            </a:r>
            <a:r>
              <a:rPr lang="he-IL" sz="1600" dirty="0"/>
              <a:t>סימון על הדלת כניסה, מעל מיטת מטופל, מחשב, ידון ירוק, מתקן לציוד מיגון </a:t>
            </a:r>
            <a:r>
              <a:rPr lang="he-IL" sz="1600" dirty="0" err="1"/>
              <a:t>יעודי</a:t>
            </a:r>
            <a:r>
              <a:rPr lang="he-IL" sz="1600" dirty="0"/>
              <a:t> המתלבש על הדלת, סימון ציוד הנמצא בחדר בידוד. </a:t>
            </a:r>
          </a:p>
          <a:p>
            <a:pPr marL="457200" indent="-457200" algn="r" rtl="1">
              <a:lnSpc>
                <a:spcPct val="150000"/>
              </a:lnSpc>
              <a:spcAft>
                <a:spcPts val="0"/>
              </a:spcAft>
              <a:buFont typeface="+mj-lt"/>
              <a:buAutoNum type="arabicPeriod" startAt="5"/>
            </a:pPr>
            <a:r>
              <a:rPr lang="he-IL" sz="2000" b="1" u="sng" dirty="0">
                <a:latin typeface="Arial" panose="020B0604020202020204" pitchFamily="34" charset="0"/>
                <a:cs typeface="Arial" panose="020B0604020202020204" pitchFamily="34" charset="0"/>
              </a:rPr>
              <a:t>ממצאי תצפיות </a:t>
            </a:r>
            <a:r>
              <a:rPr lang="he-IL" sz="2000" b="1" u="sng" dirty="0" err="1">
                <a:latin typeface="Arial" panose="020B0604020202020204" pitchFamily="34" charset="0"/>
                <a:cs typeface="Arial" panose="020B0604020202020204" pitchFamily="34" charset="0"/>
              </a:rPr>
              <a:t>בידודים</a:t>
            </a:r>
            <a:r>
              <a:rPr lang="he-IL" sz="2000" b="1" u="sng" dirty="0">
                <a:latin typeface="Arial" panose="020B0604020202020204" pitchFamily="34" charset="0"/>
                <a:cs typeface="Arial" panose="020B0604020202020204" pitchFamily="34" charset="0"/>
              </a:rPr>
              <a:t>:   </a:t>
            </a:r>
            <a:r>
              <a:rPr lang="he-IL" sz="1600" b="1" dirty="0">
                <a:latin typeface="Arial" panose="020B0604020202020204" pitchFamily="34" charset="0"/>
                <a:cs typeface="Arial" panose="020B0604020202020204" pitchFamily="34" charset="0"/>
              </a:rPr>
              <a:t>(</a:t>
            </a:r>
            <a:r>
              <a:rPr lang="he-IL" sz="1600" dirty="0">
                <a:latin typeface="Arial" panose="020B0604020202020204" pitchFamily="34" charset="0"/>
                <a:cs typeface="Arial" panose="020B0604020202020204" pitchFamily="34" charset="0"/>
              </a:rPr>
              <a:t>בהמשיך מצורף תרשים של ביצוע התצפיות )</a:t>
            </a:r>
            <a:endParaRPr lang="he-IL" sz="1600" dirty="0">
              <a:solidFill>
                <a:srgbClr val="FF0000"/>
              </a:solidFill>
              <a:highlight>
                <a:srgbClr val="FFFF00"/>
              </a:highlight>
              <a:latin typeface="Arial" panose="020B0604020202020204" pitchFamily="34" charset="0"/>
              <a:cs typeface="Arial" panose="020B0604020202020204" pitchFamily="34" charset="0"/>
            </a:endParaRPr>
          </a:p>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dirty="0"/>
          </a:p>
          <a:p>
            <a:pPr algn="r" rtl="1">
              <a:lnSpc>
                <a:spcPct val="150000"/>
              </a:lnSpc>
              <a:spcAft>
                <a:spcPts val="0"/>
              </a:spcAft>
            </a:pPr>
            <a:r>
              <a:rPr lang="he-IL" sz="2000" dirty="0">
                <a:solidFill>
                  <a:srgbClr val="002060"/>
                </a:solidFill>
                <a:ea typeface="Times New Roman" panose="02020603050405020304" pitchFamily="18" charset="0"/>
              </a:rPr>
              <a:t>  </a:t>
            </a:r>
          </a:p>
          <a:p>
            <a:pPr algn="r" rtl="1">
              <a:lnSpc>
                <a:spcPct val="150000"/>
              </a:lnSpc>
              <a:spcAft>
                <a:spcPts val="0"/>
              </a:spcAft>
            </a:pPr>
            <a:endParaRPr lang="en-US" sz="1800" dirty="0">
              <a:ea typeface="Times New Roman" panose="02020603050405020304" pitchFamily="18" charset="0"/>
            </a:endParaRPr>
          </a:p>
          <a:p>
            <a:pPr algn="r"/>
            <a:endParaRPr lang="he-IL" dirty="0"/>
          </a:p>
        </p:txBody>
      </p:sp>
      <p:sp>
        <p:nvSpPr>
          <p:cNvPr id="5" name="מציין מיקום של כותרת תחתונה 4">
            <a:extLst>
              <a:ext uri="{FF2B5EF4-FFF2-40B4-BE49-F238E27FC236}">
                <a16:creationId xmlns:a16="http://schemas.microsoft.com/office/drawing/2014/main" id="{CB530D4D-1391-F1A7-BEE2-2377C1D5B283}"/>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6" name="מציין מיקום של מספר שקופית 5">
            <a:extLst>
              <a:ext uri="{FF2B5EF4-FFF2-40B4-BE49-F238E27FC236}">
                <a16:creationId xmlns:a16="http://schemas.microsoft.com/office/drawing/2014/main" id="{53DB954E-0BDB-664F-AEC6-CC541F1426D7}"/>
              </a:ext>
            </a:extLst>
          </p:cNvPr>
          <p:cNvSpPr>
            <a:spLocks noGrp="1"/>
          </p:cNvSpPr>
          <p:nvPr>
            <p:ph type="sldNum" sz="quarter" idx="10"/>
          </p:nvPr>
        </p:nvSpPr>
        <p:spPr/>
        <p:txBody>
          <a:bodyPr/>
          <a:lstStyle/>
          <a:p>
            <a:fld id="{1FD32C8D-3C3C-4A9C-83E3-1121F7D962C2}" type="slidenum">
              <a:rPr lang="en-GB" smtClean="0">
                <a:solidFill>
                  <a:srgbClr val="002776"/>
                </a:solidFill>
              </a:rPr>
              <a:pPr/>
              <a:t>19</a:t>
            </a:fld>
            <a:endParaRPr lang="en-GB" dirty="0">
              <a:solidFill>
                <a:srgbClr val="002776"/>
              </a:solidFill>
            </a:endParaRPr>
          </a:p>
        </p:txBody>
      </p:sp>
      <p:pic>
        <p:nvPicPr>
          <p:cNvPr id="7" name="תמונה 6">
            <a:extLst>
              <a:ext uri="{FF2B5EF4-FFF2-40B4-BE49-F238E27FC236}">
                <a16:creationId xmlns:a16="http://schemas.microsoft.com/office/drawing/2014/main" id="{5EDF32DF-BB8C-11E5-CC1C-2B422B30C252}"/>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91306" y="160333"/>
            <a:ext cx="1150478" cy="1454727"/>
          </a:xfrm>
          <a:prstGeom prst="rect">
            <a:avLst/>
          </a:prstGeom>
        </p:spPr>
      </p:pic>
      <p:graphicFrame>
        <p:nvGraphicFramePr>
          <p:cNvPr id="8" name="טבלה 7"/>
          <p:cNvGraphicFramePr>
            <a:graphicFrameLocks noGrp="1"/>
          </p:cNvGraphicFramePr>
          <p:nvPr>
            <p:extLst>
              <p:ext uri="{D42A27DB-BD31-4B8C-83A1-F6EECF244321}">
                <p14:modId xmlns:p14="http://schemas.microsoft.com/office/powerpoint/2010/main" val="2104914371"/>
              </p:ext>
            </p:extLst>
          </p:nvPr>
        </p:nvGraphicFramePr>
        <p:xfrm>
          <a:off x="5601153" y="3191956"/>
          <a:ext cx="5267960" cy="1362968"/>
        </p:xfrm>
        <a:graphic>
          <a:graphicData uri="http://schemas.openxmlformats.org/drawingml/2006/table">
            <a:tbl>
              <a:tblPr rtl="1" firstRow="1" firstCol="1" bandRow="1">
                <a:tableStyleId>{5C22544A-7EE6-4342-B048-85BDC9FD1C3A}</a:tableStyleId>
              </a:tblPr>
              <a:tblGrid>
                <a:gridCol w="1755775">
                  <a:extLst>
                    <a:ext uri="{9D8B030D-6E8A-4147-A177-3AD203B41FA5}">
                      <a16:colId xmlns:a16="http://schemas.microsoft.com/office/drawing/2014/main" val="3722890983"/>
                    </a:ext>
                  </a:extLst>
                </a:gridCol>
                <a:gridCol w="1755775">
                  <a:extLst>
                    <a:ext uri="{9D8B030D-6E8A-4147-A177-3AD203B41FA5}">
                      <a16:colId xmlns:a16="http://schemas.microsoft.com/office/drawing/2014/main" val="3487226818"/>
                    </a:ext>
                  </a:extLst>
                </a:gridCol>
                <a:gridCol w="1756410">
                  <a:extLst>
                    <a:ext uri="{9D8B030D-6E8A-4147-A177-3AD203B41FA5}">
                      <a16:colId xmlns:a16="http://schemas.microsoft.com/office/drawing/2014/main" val="1371605795"/>
                    </a:ext>
                  </a:extLst>
                </a:gridCol>
              </a:tblGrid>
              <a:tr h="0">
                <a:tc>
                  <a:txBody>
                    <a:bodyPr/>
                    <a:lstStyle/>
                    <a:p>
                      <a:pPr algn="r" rtl="1">
                        <a:lnSpc>
                          <a:spcPct val="107000"/>
                        </a:lnSpc>
                        <a:spcAft>
                          <a:spcPts val="0"/>
                        </a:spcAft>
                      </a:pPr>
                      <a:r>
                        <a:rPr lang="he-IL" sz="1100" dirty="0">
                          <a:effectLst/>
                        </a:rPr>
                        <a:t>מחולל</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הימצאות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מקור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53515266"/>
                  </a:ext>
                </a:extLst>
              </a:tr>
              <a:tr h="0">
                <a:tc>
                  <a:txBody>
                    <a:bodyPr/>
                    <a:lstStyle/>
                    <a:p>
                      <a:pPr algn="r" rtl="1">
                        <a:lnSpc>
                          <a:spcPct val="107000"/>
                        </a:lnSpc>
                        <a:spcAft>
                          <a:spcPts val="0"/>
                        </a:spcAft>
                      </a:pPr>
                      <a:r>
                        <a:rPr lang="en-US" sz="1100">
                          <a:effectLst/>
                        </a:rPr>
                        <a:t>PSEUDOMONAS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כיח 7 שתן 2  פצע 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78004470"/>
                  </a:ext>
                </a:extLst>
              </a:tr>
              <a:tr h="0">
                <a:tc>
                  <a:txBody>
                    <a:bodyPr/>
                    <a:lstStyle/>
                    <a:p>
                      <a:pPr algn="r" rtl="1">
                        <a:lnSpc>
                          <a:spcPct val="107000"/>
                        </a:lnSpc>
                        <a:spcAft>
                          <a:spcPts val="0"/>
                        </a:spcAft>
                      </a:pPr>
                      <a:r>
                        <a:rPr lang="en-US" sz="1100">
                          <a:effectLst/>
                        </a:rPr>
                        <a:t>ACITENOBACTER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כיח 8 2 עורי 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2876665"/>
                  </a:ext>
                </a:extLst>
              </a:tr>
              <a:tr h="0">
                <a:tc>
                  <a:txBody>
                    <a:bodyPr/>
                    <a:lstStyle/>
                    <a:p>
                      <a:pPr algn="r" rtl="1">
                        <a:lnSpc>
                          <a:spcPct val="107000"/>
                        </a:lnSpc>
                        <a:spcAft>
                          <a:spcPts val="0"/>
                        </a:spcAft>
                      </a:pPr>
                      <a:r>
                        <a:rPr lang="en-US" sz="1100">
                          <a:effectLst/>
                        </a:rPr>
                        <a:t>VRE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צואה 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48532037"/>
                  </a:ext>
                </a:extLst>
              </a:tr>
              <a:tr h="0">
                <a:tc>
                  <a:txBody>
                    <a:bodyPr/>
                    <a:lstStyle/>
                    <a:p>
                      <a:pPr algn="r" rtl="1">
                        <a:lnSpc>
                          <a:spcPct val="107000"/>
                        </a:lnSpc>
                        <a:spcAft>
                          <a:spcPts val="0"/>
                        </a:spcAft>
                      </a:pPr>
                      <a:r>
                        <a:rPr lang="en-US" sz="1100">
                          <a:effectLst/>
                        </a:rPr>
                        <a:t>CRE</a:t>
                      </a:r>
                      <a:r>
                        <a:rPr lang="he-IL" sz="1100">
                          <a:effectLst/>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צואה</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81554701"/>
                  </a:ext>
                </a:extLst>
              </a:tr>
              <a:tr h="0">
                <a:tc>
                  <a:txBody>
                    <a:bodyPr/>
                    <a:lstStyle/>
                    <a:p>
                      <a:pPr algn="r" rtl="1">
                        <a:lnSpc>
                          <a:spcPct val="107000"/>
                        </a:lnSpc>
                        <a:spcAft>
                          <a:spcPts val="0"/>
                        </a:spcAft>
                      </a:pPr>
                      <a:r>
                        <a:rPr lang="en-US" sz="1100">
                          <a:effectLst/>
                        </a:rPr>
                        <a:t>CRE NON CPE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צואה</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41388608"/>
                  </a:ext>
                </a:extLst>
              </a:tr>
              <a:tr h="0">
                <a:tc>
                  <a:txBody>
                    <a:bodyPr/>
                    <a:lstStyle/>
                    <a:p>
                      <a:pPr algn="r" rtl="1">
                        <a:lnSpc>
                          <a:spcPct val="107000"/>
                        </a:lnSpc>
                        <a:spcAft>
                          <a:spcPts val="0"/>
                        </a:spcAft>
                      </a:pPr>
                      <a:r>
                        <a:rPr lang="he-IL" sz="1100">
                          <a:effectLst/>
                        </a:rPr>
                        <a:t>חולים בסקר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11891548"/>
                  </a:ext>
                </a:extLst>
              </a:tr>
              <a:tr h="0">
                <a:tc>
                  <a:txBody>
                    <a:bodyPr/>
                    <a:lstStyle/>
                    <a:p>
                      <a:pPr algn="r" rtl="1">
                        <a:lnSpc>
                          <a:spcPct val="107000"/>
                        </a:lnSpc>
                        <a:spcAft>
                          <a:spcPts val="0"/>
                        </a:spcAft>
                      </a:pPr>
                      <a:r>
                        <a:rPr lang="en-US" sz="1100">
                          <a:effectLst/>
                        </a:rPr>
                        <a:t>CANDIDA AURIS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r" rtl="1">
                        <a:lnSpc>
                          <a:spcPct val="107000"/>
                        </a:lnSpc>
                        <a:spcAft>
                          <a:spcPts val="0"/>
                        </a:spcAft>
                      </a:pPr>
                      <a:r>
                        <a:rPr lang="he-IL" sz="1100" dirty="0">
                          <a:effectLst/>
                        </a:rPr>
                        <a:t>עור</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70981990"/>
                  </a:ext>
                </a:extLst>
              </a:tr>
            </a:tbl>
          </a:graphicData>
        </a:graphic>
      </p:graphicFrame>
      <p:sp>
        <p:nvSpPr>
          <p:cNvPr id="13" name="Rectangle 1"/>
          <p:cNvSpPr>
            <a:spLocks noChangeArrowheads="1"/>
          </p:cNvSpPr>
          <p:nvPr/>
        </p:nvSpPr>
        <p:spPr bwMode="auto">
          <a:xfrm>
            <a:off x="2011871" y="2588881"/>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he-IL"/>
          </a:p>
        </p:txBody>
      </p:sp>
    </p:spTree>
    <p:extLst>
      <p:ext uri="{BB962C8B-B14F-4D97-AF65-F5344CB8AC3E}">
        <p14:creationId xmlns:p14="http://schemas.microsoft.com/office/powerpoint/2010/main" val="183803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83377" y="777611"/>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2377758" y="1666723"/>
            <a:ext cx="9119859" cy="712478"/>
          </a:xfrm>
        </p:spPr>
        <p:txBody>
          <a:bodyPr/>
          <a:lstStyle/>
          <a:p>
            <a:pPr algn="ctr"/>
            <a:r>
              <a:rPr lang="he-IL" sz="3200" dirty="0"/>
              <a:t>שילוט וארגון חדר בידוד ושירותים</a:t>
            </a:r>
            <a:br>
              <a:rPr lang="he-IL" sz="3200" dirty="0"/>
            </a:br>
            <a:br>
              <a:rPr lang="he-IL" sz="3200" dirty="0"/>
            </a:br>
            <a:r>
              <a:rPr lang="he-IL" sz="3200" dirty="0"/>
              <a:t> </a:t>
            </a:r>
            <a:endParaRPr lang="he-IL" sz="2800" dirty="0">
              <a:solidFill>
                <a:schemeClr val="accent1">
                  <a:lumMod val="60000"/>
                  <a:lumOff val="40000"/>
                </a:schemeClr>
              </a:solidFill>
            </a:endParaRPr>
          </a:p>
        </p:txBody>
      </p:sp>
      <p:sp>
        <p:nvSpPr>
          <p:cNvPr id="4" name="Content Placeholder 3"/>
          <p:cNvSpPr>
            <a:spLocks noGrp="1"/>
          </p:cNvSpPr>
          <p:nvPr>
            <p:ph idx="1"/>
          </p:nvPr>
        </p:nvSpPr>
        <p:spPr>
          <a:xfrm>
            <a:off x="1785257" y="1581015"/>
            <a:ext cx="9683520" cy="4724535"/>
          </a:xfrm>
        </p:spPr>
        <p:txBody>
          <a:bodyPr/>
          <a:lstStyle/>
          <a:p>
            <a:pPr algn="r" rtl="1">
              <a:lnSpc>
                <a:spcPct val="150000"/>
              </a:lnSpc>
              <a:spcAft>
                <a:spcPts val="0"/>
              </a:spcAft>
            </a:pPr>
            <a:endParaRPr lang="en-US" sz="1800" dirty="0">
              <a:ea typeface="Times New Roman" panose="02020603050405020304" pitchFamily="18" charset="0"/>
            </a:endParaRPr>
          </a:p>
          <a:p>
            <a:pPr algn="r"/>
            <a:endParaRPr lang="he-IL" dirty="0"/>
          </a:p>
        </p:txBody>
      </p:sp>
      <p:pic>
        <p:nvPicPr>
          <p:cNvPr id="14" name="Picture 13"/>
          <p:cNvPicPr/>
          <p:nvPr/>
        </p:nvPicPr>
        <p:blipFill>
          <a:blip r:embed="rId2">
            <a:extLst>
              <a:ext uri="{28A0092B-C50C-407E-A947-70E740481C1C}">
                <a14:useLocalDpi xmlns:a14="http://schemas.microsoft.com/office/drawing/2010/main" val="0"/>
              </a:ext>
            </a:extLst>
          </a:blip>
          <a:srcRect/>
          <a:stretch>
            <a:fillRect/>
          </a:stretch>
        </p:blipFill>
        <p:spPr bwMode="auto">
          <a:xfrm>
            <a:off x="11130094" y="5877098"/>
            <a:ext cx="1011814" cy="980902"/>
          </a:xfrm>
          <a:prstGeom prst="rect">
            <a:avLst/>
          </a:prstGeom>
          <a:noFill/>
          <a:ln>
            <a:noFill/>
          </a:ln>
        </p:spPr>
      </p:pic>
      <p:sp>
        <p:nvSpPr>
          <p:cNvPr id="6" name="מציין מיקום של כותרת תחתונה 5">
            <a:extLst>
              <a:ext uri="{FF2B5EF4-FFF2-40B4-BE49-F238E27FC236}">
                <a16:creationId xmlns:a16="http://schemas.microsoft.com/office/drawing/2014/main" id="{462382D4-C78A-02B5-A7DF-6F2DCDD839CC}"/>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7" name="מציין מיקום של מספר שקופית 6">
            <a:extLst>
              <a:ext uri="{FF2B5EF4-FFF2-40B4-BE49-F238E27FC236}">
                <a16:creationId xmlns:a16="http://schemas.microsoft.com/office/drawing/2014/main" id="{C69CB888-33D3-7ECB-68F0-76FE85D9A7B6}"/>
              </a:ext>
            </a:extLst>
          </p:cNvPr>
          <p:cNvSpPr>
            <a:spLocks noGrp="1"/>
          </p:cNvSpPr>
          <p:nvPr>
            <p:ph type="sldNum" sz="quarter" idx="10"/>
          </p:nvPr>
        </p:nvSpPr>
        <p:spPr/>
        <p:txBody>
          <a:bodyPr/>
          <a:lstStyle/>
          <a:p>
            <a:fld id="{1FD32C8D-3C3C-4A9C-83E3-1121F7D962C2}" type="slidenum">
              <a:rPr lang="en-GB" smtClean="0">
                <a:solidFill>
                  <a:srgbClr val="002776"/>
                </a:solidFill>
              </a:rPr>
              <a:pPr/>
              <a:t>20</a:t>
            </a:fld>
            <a:endParaRPr lang="en-GB" dirty="0">
              <a:solidFill>
                <a:srgbClr val="002776"/>
              </a:solidFill>
            </a:endParaRPr>
          </a:p>
        </p:txBody>
      </p:sp>
      <p:pic>
        <p:nvPicPr>
          <p:cNvPr id="8" name="תמונה 7">
            <a:extLst>
              <a:ext uri="{FF2B5EF4-FFF2-40B4-BE49-F238E27FC236}">
                <a16:creationId xmlns:a16="http://schemas.microsoft.com/office/drawing/2014/main" id="{9864994F-A9A4-EA73-55D5-404A7663F72B}"/>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16929" y="107558"/>
            <a:ext cx="1150478" cy="1454727"/>
          </a:xfrm>
          <a:prstGeom prst="rect">
            <a:avLst/>
          </a:prstGeom>
        </p:spPr>
      </p:pic>
      <p:pic>
        <p:nvPicPr>
          <p:cNvPr id="15" name="תמונה 14">
            <a:extLst>
              <a:ext uri="{FF2B5EF4-FFF2-40B4-BE49-F238E27FC236}">
                <a16:creationId xmlns:a16="http://schemas.microsoft.com/office/drawing/2014/main" id="{D3A3E43B-1126-D460-482C-2881CEFB0F79}"/>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l="23681" r="8166"/>
          <a:stretch/>
        </p:blipFill>
        <p:spPr>
          <a:xfrm>
            <a:off x="2254339" y="2203761"/>
            <a:ext cx="4683349" cy="3709555"/>
          </a:xfrm>
          <a:prstGeom prst="rect">
            <a:avLst/>
          </a:prstGeom>
        </p:spPr>
      </p:pic>
      <p:pic>
        <p:nvPicPr>
          <p:cNvPr id="19" name="תמונה 18">
            <a:extLst>
              <a:ext uri="{FF2B5EF4-FFF2-40B4-BE49-F238E27FC236}">
                <a16:creationId xmlns:a16="http://schemas.microsoft.com/office/drawing/2014/main" id="{2E93C4FF-ACC1-88E3-17D3-44812E378A34}"/>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l="11092" t="-940" r="5977" b="4707"/>
          <a:stretch/>
        </p:blipFill>
        <p:spPr>
          <a:xfrm>
            <a:off x="7449097" y="2344515"/>
            <a:ext cx="3952928" cy="3440236"/>
          </a:xfrm>
          <a:prstGeom prst="rect">
            <a:avLst/>
          </a:prstGeom>
        </p:spPr>
      </p:pic>
      <p:sp>
        <p:nvSpPr>
          <p:cNvPr id="18" name="Title 2">
            <a:extLst>
              <a:ext uri="{FF2B5EF4-FFF2-40B4-BE49-F238E27FC236}">
                <a16:creationId xmlns:a16="http://schemas.microsoft.com/office/drawing/2014/main" id="{3ABF4D61-CEF2-63C2-E5CB-64A1BD3253FC}"/>
              </a:ext>
            </a:extLst>
          </p:cNvPr>
          <p:cNvSpPr txBox="1">
            <a:spLocks/>
          </p:cNvSpPr>
          <p:nvPr/>
        </p:nvSpPr>
        <p:spPr bwMode="auto">
          <a:xfrm>
            <a:off x="2254340" y="193177"/>
            <a:ext cx="9720732" cy="1075853"/>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defTabSz="955245" rtl="0" eaLnBrk="0" fontAlgn="base" hangingPunct="0">
              <a:lnSpc>
                <a:spcPts val="3199"/>
              </a:lnSpc>
              <a:spcBef>
                <a:spcPct val="0"/>
              </a:spcBef>
              <a:spcAft>
                <a:spcPct val="0"/>
              </a:spcAft>
              <a:defRPr sz="2300" b="1">
                <a:solidFill>
                  <a:schemeClr val="tx2"/>
                </a:solidFill>
                <a:latin typeface="+mj-lt"/>
                <a:ea typeface="+mj-ea"/>
                <a:cs typeface="+mj-cs"/>
              </a:defRPr>
            </a:lvl1pPr>
            <a:lvl2pPr algn="l" defTabSz="955245" rtl="0" eaLnBrk="0" fontAlgn="base" hangingPunct="0">
              <a:lnSpc>
                <a:spcPts val="3199"/>
              </a:lnSpc>
              <a:spcBef>
                <a:spcPct val="0"/>
              </a:spcBef>
              <a:spcAft>
                <a:spcPct val="0"/>
              </a:spcAft>
              <a:defRPr sz="2300" b="1">
                <a:solidFill>
                  <a:schemeClr val="tx2"/>
                </a:solidFill>
                <a:latin typeface="Arial" charset="0"/>
              </a:defRPr>
            </a:lvl2pPr>
            <a:lvl3pPr algn="l" defTabSz="955245" rtl="0" eaLnBrk="0" fontAlgn="base" hangingPunct="0">
              <a:lnSpc>
                <a:spcPts val="3199"/>
              </a:lnSpc>
              <a:spcBef>
                <a:spcPct val="0"/>
              </a:spcBef>
              <a:spcAft>
                <a:spcPct val="0"/>
              </a:spcAft>
              <a:defRPr sz="2300" b="1">
                <a:solidFill>
                  <a:schemeClr val="tx2"/>
                </a:solidFill>
                <a:latin typeface="Arial" charset="0"/>
              </a:defRPr>
            </a:lvl3pPr>
            <a:lvl4pPr algn="l" defTabSz="955245" rtl="0" eaLnBrk="0" fontAlgn="base" hangingPunct="0">
              <a:lnSpc>
                <a:spcPts val="3199"/>
              </a:lnSpc>
              <a:spcBef>
                <a:spcPct val="0"/>
              </a:spcBef>
              <a:spcAft>
                <a:spcPct val="0"/>
              </a:spcAft>
              <a:defRPr sz="2300" b="1">
                <a:solidFill>
                  <a:schemeClr val="tx2"/>
                </a:solidFill>
                <a:latin typeface="Arial" charset="0"/>
              </a:defRPr>
            </a:lvl4pPr>
            <a:lvl5pPr algn="l" defTabSz="955245" rtl="0" eaLnBrk="0" fontAlgn="base" hangingPunct="0">
              <a:lnSpc>
                <a:spcPts val="3199"/>
              </a:lnSpc>
              <a:spcBef>
                <a:spcPct val="0"/>
              </a:spcBef>
              <a:spcAft>
                <a:spcPct val="0"/>
              </a:spcAft>
              <a:defRPr sz="2300" b="1">
                <a:solidFill>
                  <a:schemeClr val="tx2"/>
                </a:solidFill>
                <a:latin typeface="Arial" charset="0"/>
              </a:defRPr>
            </a:lvl5pPr>
            <a:lvl6pPr marL="428848" algn="l" defTabSz="955979" rtl="0" eaLnBrk="0" fontAlgn="base" hangingPunct="0">
              <a:lnSpc>
                <a:spcPts val="3196"/>
              </a:lnSpc>
              <a:spcBef>
                <a:spcPct val="0"/>
              </a:spcBef>
              <a:spcAft>
                <a:spcPct val="0"/>
              </a:spcAft>
              <a:defRPr sz="2300" b="1">
                <a:solidFill>
                  <a:schemeClr val="tx2"/>
                </a:solidFill>
                <a:latin typeface="Arial" charset="0"/>
              </a:defRPr>
            </a:lvl6pPr>
            <a:lvl7pPr marL="857698" algn="l" defTabSz="955979" rtl="0" eaLnBrk="0" fontAlgn="base" hangingPunct="0">
              <a:lnSpc>
                <a:spcPts val="3196"/>
              </a:lnSpc>
              <a:spcBef>
                <a:spcPct val="0"/>
              </a:spcBef>
              <a:spcAft>
                <a:spcPct val="0"/>
              </a:spcAft>
              <a:defRPr sz="2300" b="1">
                <a:solidFill>
                  <a:schemeClr val="tx2"/>
                </a:solidFill>
                <a:latin typeface="Arial" charset="0"/>
              </a:defRPr>
            </a:lvl7pPr>
            <a:lvl8pPr marL="1286547" algn="l" defTabSz="955979" rtl="0" eaLnBrk="0" fontAlgn="base" hangingPunct="0">
              <a:lnSpc>
                <a:spcPts val="3196"/>
              </a:lnSpc>
              <a:spcBef>
                <a:spcPct val="0"/>
              </a:spcBef>
              <a:spcAft>
                <a:spcPct val="0"/>
              </a:spcAft>
              <a:defRPr sz="2300" b="1">
                <a:solidFill>
                  <a:schemeClr val="tx2"/>
                </a:solidFill>
                <a:latin typeface="Arial" charset="0"/>
              </a:defRPr>
            </a:lvl8pPr>
            <a:lvl9pPr marL="1715397" algn="l" defTabSz="955979" rtl="0" eaLnBrk="0" fontAlgn="base" hangingPunct="0">
              <a:lnSpc>
                <a:spcPts val="3196"/>
              </a:lnSpc>
              <a:spcBef>
                <a:spcPct val="0"/>
              </a:spcBef>
              <a:spcAft>
                <a:spcPct val="0"/>
              </a:spcAft>
              <a:defRPr sz="2300" b="1">
                <a:solidFill>
                  <a:schemeClr val="tx2"/>
                </a:solidFill>
                <a:latin typeface="Arial" charset="0"/>
              </a:defRPr>
            </a:lvl9pPr>
          </a:lstStyle>
          <a:p>
            <a:pPr algn="r"/>
            <a:r>
              <a:rPr lang="he-IL" sz="3200" kern="0" dirty="0"/>
              <a:t>התערבות ויישום:</a:t>
            </a:r>
            <a:br>
              <a:rPr lang="he-IL" sz="3200" kern="0" dirty="0"/>
            </a:br>
            <a:r>
              <a:rPr lang="he-IL" sz="3200" kern="0" dirty="0"/>
              <a:t>פעילות בנושא חיידקים יציבים ובידוד מגע</a:t>
            </a:r>
            <a:endParaRPr lang="he-IL" sz="2800" kern="0" dirty="0">
              <a:solidFill>
                <a:schemeClr val="accent1">
                  <a:lumMod val="60000"/>
                  <a:lumOff val="40000"/>
                </a:schemeClr>
              </a:solidFill>
            </a:endParaRPr>
          </a:p>
        </p:txBody>
      </p:sp>
    </p:spTree>
    <p:extLst>
      <p:ext uri="{BB962C8B-B14F-4D97-AF65-F5344CB8AC3E}">
        <p14:creationId xmlns:p14="http://schemas.microsoft.com/office/powerpoint/2010/main" val="17947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83377" y="777611"/>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2136531" y="65133"/>
            <a:ext cx="9705746" cy="728391"/>
          </a:xfrm>
        </p:spPr>
        <p:txBody>
          <a:bodyPr/>
          <a:lstStyle/>
          <a:p>
            <a:pPr algn="r"/>
            <a:r>
              <a:rPr lang="he-IL" sz="3200" dirty="0"/>
              <a:t>התערבות ויישום: </a:t>
            </a:r>
            <a:br>
              <a:rPr lang="he-IL" sz="3200" dirty="0"/>
            </a:br>
            <a:r>
              <a:rPr lang="he-IL" sz="3200" dirty="0"/>
              <a:t>פעילות בנושא חיידקים יציבים ובידוד מגע </a:t>
            </a:r>
            <a:br>
              <a:rPr lang="he-IL" sz="3200" dirty="0"/>
            </a:br>
            <a:br>
              <a:rPr lang="he-IL" sz="3200" dirty="0"/>
            </a:br>
            <a:r>
              <a:rPr lang="he-IL" sz="3200" dirty="0"/>
              <a:t> </a:t>
            </a:r>
            <a:endParaRPr lang="he-IL" sz="2800" dirty="0">
              <a:solidFill>
                <a:schemeClr val="accent1">
                  <a:lumMod val="60000"/>
                  <a:lumOff val="40000"/>
                </a:schemeClr>
              </a:solidFill>
            </a:endParaRPr>
          </a:p>
        </p:txBody>
      </p:sp>
      <p:sp>
        <p:nvSpPr>
          <p:cNvPr id="4" name="Content Placeholder 3"/>
          <p:cNvSpPr>
            <a:spLocks noGrp="1"/>
          </p:cNvSpPr>
          <p:nvPr>
            <p:ph idx="1"/>
          </p:nvPr>
        </p:nvSpPr>
        <p:spPr>
          <a:xfrm>
            <a:off x="1512277" y="1345973"/>
            <a:ext cx="9956500" cy="4959578"/>
          </a:xfrm>
        </p:spPr>
        <p:txBody>
          <a:bodyPr/>
          <a:lstStyle/>
          <a:p>
            <a:pPr algn="r" rtl="1">
              <a:lnSpc>
                <a:spcPct val="150000"/>
              </a:lnSpc>
              <a:spcAft>
                <a:spcPts val="0"/>
              </a:spcAft>
            </a:pPr>
            <a:endParaRPr lang="en-US" sz="1800" dirty="0">
              <a:ea typeface="Times New Roman" panose="02020603050405020304" pitchFamily="18" charset="0"/>
            </a:endParaRPr>
          </a:p>
          <a:p>
            <a:pPr algn="r"/>
            <a:endParaRPr lang="he-IL" dirty="0"/>
          </a:p>
        </p:txBody>
      </p:sp>
      <p:sp>
        <p:nvSpPr>
          <p:cNvPr id="6" name="מציין מיקום של כותרת תחתונה 5">
            <a:extLst>
              <a:ext uri="{FF2B5EF4-FFF2-40B4-BE49-F238E27FC236}">
                <a16:creationId xmlns:a16="http://schemas.microsoft.com/office/drawing/2014/main" id="{462382D4-C78A-02B5-A7DF-6F2DCDD839CC}"/>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7" name="מציין מיקום של מספר שקופית 6">
            <a:extLst>
              <a:ext uri="{FF2B5EF4-FFF2-40B4-BE49-F238E27FC236}">
                <a16:creationId xmlns:a16="http://schemas.microsoft.com/office/drawing/2014/main" id="{C69CB888-33D3-7ECB-68F0-76FE85D9A7B6}"/>
              </a:ext>
            </a:extLst>
          </p:cNvPr>
          <p:cNvSpPr>
            <a:spLocks noGrp="1"/>
          </p:cNvSpPr>
          <p:nvPr>
            <p:ph type="sldNum" sz="quarter" idx="10"/>
          </p:nvPr>
        </p:nvSpPr>
        <p:spPr/>
        <p:txBody>
          <a:bodyPr/>
          <a:lstStyle/>
          <a:p>
            <a:fld id="{1FD32C8D-3C3C-4A9C-83E3-1121F7D962C2}" type="slidenum">
              <a:rPr lang="en-GB" smtClean="0">
                <a:solidFill>
                  <a:srgbClr val="002776"/>
                </a:solidFill>
              </a:rPr>
              <a:pPr/>
              <a:t>21</a:t>
            </a:fld>
            <a:endParaRPr lang="en-GB" dirty="0">
              <a:solidFill>
                <a:srgbClr val="002776"/>
              </a:solidFill>
            </a:endParaRPr>
          </a:p>
        </p:txBody>
      </p:sp>
      <p:pic>
        <p:nvPicPr>
          <p:cNvPr id="8" name="תמונה 7">
            <a:extLst>
              <a:ext uri="{FF2B5EF4-FFF2-40B4-BE49-F238E27FC236}">
                <a16:creationId xmlns:a16="http://schemas.microsoft.com/office/drawing/2014/main" id="{9864994F-A9A4-EA73-55D5-404A7663F72B}"/>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16929" y="107558"/>
            <a:ext cx="1150478" cy="1454727"/>
          </a:xfrm>
          <a:prstGeom prst="rect">
            <a:avLst/>
          </a:prstGeom>
        </p:spPr>
      </p:pic>
      <p:pic>
        <p:nvPicPr>
          <p:cNvPr id="15" name="תמונה 14">
            <a:extLst>
              <a:ext uri="{FF2B5EF4-FFF2-40B4-BE49-F238E27FC236}">
                <a16:creationId xmlns:a16="http://schemas.microsoft.com/office/drawing/2014/main" id="{524E95B5-937B-8FE9-C79A-53D93FB66117}"/>
              </a:ext>
            </a:extLst>
          </p:cNvPr>
          <p:cNvPicPr>
            <a:picLocks noChangeAspect="1"/>
          </p:cNvPicPr>
          <p:nvPr/>
        </p:nvPicPr>
        <p:blipFill>
          <a:blip r:embed="rId3"/>
          <a:stretch>
            <a:fillRect/>
          </a:stretch>
        </p:blipFill>
        <p:spPr>
          <a:xfrm>
            <a:off x="2446519" y="1007706"/>
            <a:ext cx="6790787" cy="5386754"/>
          </a:xfrm>
          <a:prstGeom prst="rect">
            <a:avLst/>
          </a:prstGeom>
        </p:spPr>
      </p:pic>
    </p:spTree>
    <p:extLst>
      <p:ext uri="{BB962C8B-B14F-4D97-AF65-F5344CB8AC3E}">
        <p14:creationId xmlns:p14="http://schemas.microsoft.com/office/powerpoint/2010/main" val="8217615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orms response chart. Question title: מחלקה. Number of responses: 36 responses.">
            <a:hlinkClick r:id="rId2" action="ppaction://hlinkfile"/>
            <a:extLst>
              <a:ext uri="{FF2B5EF4-FFF2-40B4-BE49-F238E27FC236}">
                <a16:creationId xmlns:a16="http://schemas.microsoft.com/office/drawing/2014/main" id="{E7CAFCAC-C37A-6397-ECEC-1C8F20169D94}"/>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911891"/>
            <a:ext cx="10341491" cy="4351338"/>
          </a:xfrm>
          <a:prstGeom prst="rect">
            <a:avLst/>
          </a:prstGeom>
          <a:noFill/>
          <a:extLst>
            <a:ext uri="{909E8E84-426E-40DD-AFC4-6F175D3DCCD1}">
              <a14:hiddenFill xmlns:a14="http://schemas.microsoft.com/office/drawing/2010/main">
                <a:solidFill>
                  <a:srgbClr val="FFFFFF"/>
                </a:solidFill>
              </a14:hiddenFill>
            </a:ext>
          </a:extLst>
        </p:spPr>
      </p:pic>
      <p:sp>
        <p:nvSpPr>
          <p:cNvPr id="2" name="כותרת 1">
            <a:extLst>
              <a:ext uri="{FF2B5EF4-FFF2-40B4-BE49-F238E27FC236}">
                <a16:creationId xmlns:a16="http://schemas.microsoft.com/office/drawing/2014/main" id="{BC5F1B2E-4C68-0C98-42CB-D877EDB28EA5}"/>
              </a:ext>
            </a:extLst>
          </p:cNvPr>
          <p:cNvSpPr>
            <a:spLocks noGrp="1"/>
          </p:cNvSpPr>
          <p:nvPr>
            <p:ph type="title"/>
          </p:nvPr>
        </p:nvSpPr>
        <p:spPr>
          <a:xfrm>
            <a:off x="2874166" y="1985796"/>
            <a:ext cx="5214540" cy="1052810"/>
          </a:xfrm>
        </p:spPr>
        <p:txBody>
          <a:bodyPr/>
          <a:lstStyle/>
          <a:p>
            <a:pPr algn="r"/>
            <a:r>
              <a:rPr lang="he-IL" dirty="0"/>
              <a:t>ממצאי בקרות בידוד במחלקות השונות </a:t>
            </a:r>
            <a:endParaRPr lang="en-US" dirty="0"/>
          </a:p>
        </p:txBody>
      </p:sp>
      <p:sp>
        <p:nvSpPr>
          <p:cNvPr id="3" name="מציין מיקום של תאריך 2">
            <a:extLst>
              <a:ext uri="{FF2B5EF4-FFF2-40B4-BE49-F238E27FC236}">
                <a16:creationId xmlns:a16="http://schemas.microsoft.com/office/drawing/2014/main" id="{F560B70C-8EFE-86B6-F91C-9F0C400C1883}"/>
              </a:ext>
            </a:extLst>
          </p:cNvPr>
          <p:cNvSpPr>
            <a:spLocks noGrp="1"/>
          </p:cNvSpPr>
          <p:nvPr>
            <p:ph type="dt" sz="half" idx="2"/>
          </p:nvPr>
        </p:nvSpPr>
        <p:spPr/>
        <p:txBody>
          <a:bodyPr/>
          <a:lstStyle/>
          <a:p>
            <a:endParaRPr lang="he-IL"/>
          </a:p>
        </p:txBody>
      </p:sp>
      <p:sp>
        <p:nvSpPr>
          <p:cNvPr id="4" name="מציין מיקום של כותרת תחתונה 3">
            <a:extLst>
              <a:ext uri="{FF2B5EF4-FFF2-40B4-BE49-F238E27FC236}">
                <a16:creationId xmlns:a16="http://schemas.microsoft.com/office/drawing/2014/main" id="{25F66270-2488-EF9B-B9E3-05CB31E4A519}"/>
              </a:ext>
            </a:extLst>
          </p:cNvPr>
          <p:cNvSpPr>
            <a:spLocks noGrp="1"/>
          </p:cNvSpPr>
          <p:nvPr>
            <p:ph type="ftr" sz="quarter" idx="3"/>
          </p:nvPr>
        </p:nvSpPr>
        <p:spPr/>
        <p:txBody>
          <a:bodyPr/>
          <a:lstStyle/>
          <a:p>
            <a:r>
              <a:rPr lang="he-IL"/>
              <a:t>בית הדר מרכז רפואה סיעוד ושיקום </a:t>
            </a:r>
          </a:p>
        </p:txBody>
      </p:sp>
      <p:sp>
        <p:nvSpPr>
          <p:cNvPr id="5" name="מציין מיקום של מספר שקופית 4">
            <a:extLst>
              <a:ext uri="{FF2B5EF4-FFF2-40B4-BE49-F238E27FC236}">
                <a16:creationId xmlns:a16="http://schemas.microsoft.com/office/drawing/2014/main" id="{1578DA67-36CD-E95C-51EB-BA054A94C8A9}"/>
              </a:ext>
            </a:extLst>
          </p:cNvPr>
          <p:cNvSpPr>
            <a:spLocks noGrp="1"/>
          </p:cNvSpPr>
          <p:nvPr>
            <p:ph type="sldNum" sz="quarter" idx="4"/>
          </p:nvPr>
        </p:nvSpPr>
        <p:spPr/>
        <p:txBody>
          <a:bodyPr/>
          <a:lstStyle/>
          <a:p>
            <a:fld id="{69D18E1D-D9FD-4282-B73C-11A301C594B1}" type="slidenum">
              <a:rPr lang="he-IL" smtClean="0"/>
              <a:t>22</a:t>
            </a:fld>
            <a:endParaRPr lang="he-IL"/>
          </a:p>
        </p:txBody>
      </p:sp>
      <p:pic>
        <p:nvPicPr>
          <p:cNvPr id="6" name="תמונה 5">
            <a:extLst>
              <a:ext uri="{FF2B5EF4-FFF2-40B4-BE49-F238E27FC236}">
                <a16:creationId xmlns:a16="http://schemas.microsoft.com/office/drawing/2014/main" id="{248285EB-7723-D33A-70F9-92E6CD97FD7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094253" y="27107"/>
            <a:ext cx="1929796" cy="1454727"/>
          </a:xfrm>
          <a:prstGeom prst="rect">
            <a:avLst/>
          </a:prstGeom>
        </p:spPr>
      </p:pic>
      <p:sp>
        <p:nvSpPr>
          <p:cNvPr id="8" name="Title 2">
            <a:extLst>
              <a:ext uri="{FF2B5EF4-FFF2-40B4-BE49-F238E27FC236}">
                <a16:creationId xmlns:a16="http://schemas.microsoft.com/office/drawing/2014/main" id="{DD0CB933-B324-55B7-9036-9C442AD33A8F}"/>
              </a:ext>
            </a:extLst>
          </p:cNvPr>
          <p:cNvSpPr txBox="1">
            <a:spLocks/>
          </p:cNvSpPr>
          <p:nvPr/>
        </p:nvSpPr>
        <p:spPr bwMode="auto">
          <a:xfrm>
            <a:off x="2332652" y="95768"/>
            <a:ext cx="7649547" cy="1454727"/>
          </a:xfrm>
          <a:prstGeom prst="rect">
            <a:avLst/>
          </a:prstGeom>
          <a:noFill/>
          <a:ln w="9525">
            <a:noFill/>
            <a:miter lim="800000"/>
            <a:headEnd/>
            <a:tailEnd/>
          </a:ln>
        </p:spPr>
        <p:txBody>
          <a:bodyPr vert="horz" wrap="square" lIns="91440" tIns="45720" rIns="91440" bIns="45720" numCol="1" rtlCol="1" anchor="ctr" anchorCtr="0" compatLnSpc="1">
            <a:prstTxWarp prst="textNoShape">
              <a:avLst/>
            </a:prstTxWarp>
            <a:normAutofit fontScale="25000" lnSpcReduction="20000"/>
          </a:bodyPr>
          <a:lstStyle>
            <a:lvl1pPr algn="l" defTabSz="955245" rtl="0" eaLnBrk="0" fontAlgn="base" hangingPunct="0">
              <a:lnSpc>
                <a:spcPts val="3199"/>
              </a:lnSpc>
              <a:spcBef>
                <a:spcPct val="0"/>
              </a:spcBef>
              <a:spcAft>
                <a:spcPct val="0"/>
              </a:spcAft>
              <a:defRPr sz="2300" b="1">
                <a:solidFill>
                  <a:schemeClr val="tx2"/>
                </a:solidFill>
                <a:latin typeface="+mj-lt"/>
                <a:ea typeface="+mj-ea"/>
                <a:cs typeface="+mj-cs"/>
              </a:defRPr>
            </a:lvl1pPr>
            <a:lvl2pPr algn="l" defTabSz="955245" rtl="0" eaLnBrk="0" fontAlgn="base" hangingPunct="0">
              <a:lnSpc>
                <a:spcPts val="3199"/>
              </a:lnSpc>
              <a:spcBef>
                <a:spcPct val="0"/>
              </a:spcBef>
              <a:spcAft>
                <a:spcPct val="0"/>
              </a:spcAft>
              <a:defRPr sz="2300" b="1">
                <a:solidFill>
                  <a:schemeClr val="tx2"/>
                </a:solidFill>
                <a:latin typeface="Arial" charset="0"/>
              </a:defRPr>
            </a:lvl2pPr>
            <a:lvl3pPr algn="l" defTabSz="955245" rtl="0" eaLnBrk="0" fontAlgn="base" hangingPunct="0">
              <a:lnSpc>
                <a:spcPts val="3199"/>
              </a:lnSpc>
              <a:spcBef>
                <a:spcPct val="0"/>
              </a:spcBef>
              <a:spcAft>
                <a:spcPct val="0"/>
              </a:spcAft>
              <a:defRPr sz="2300" b="1">
                <a:solidFill>
                  <a:schemeClr val="tx2"/>
                </a:solidFill>
                <a:latin typeface="Arial" charset="0"/>
              </a:defRPr>
            </a:lvl3pPr>
            <a:lvl4pPr algn="l" defTabSz="955245" rtl="0" eaLnBrk="0" fontAlgn="base" hangingPunct="0">
              <a:lnSpc>
                <a:spcPts val="3199"/>
              </a:lnSpc>
              <a:spcBef>
                <a:spcPct val="0"/>
              </a:spcBef>
              <a:spcAft>
                <a:spcPct val="0"/>
              </a:spcAft>
              <a:defRPr sz="2300" b="1">
                <a:solidFill>
                  <a:schemeClr val="tx2"/>
                </a:solidFill>
                <a:latin typeface="Arial" charset="0"/>
              </a:defRPr>
            </a:lvl4pPr>
            <a:lvl5pPr algn="l" defTabSz="955245" rtl="0" eaLnBrk="0" fontAlgn="base" hangingPunct="0">
              <a:lnSpc>
                <a:spcPts val="3199"/>
              </a:lnSpc>
              <a:spcBef>
                <a:spcPct val="0"/>
              </a:spcBef>
              <a:spcAft>
                <a:spcPct val="0"/>
              </a:spcAft>
              <a:defRPr sz="2300" b="1">
                <a:solidFill>
                  <a:schemeClr val="tx2"/>
                </a:solidFill>
                <a:latin typeface="Arial" charset="0"/>
              </a:defRPr>
            </a:lvl5pPr>
            <a:lvl6pPr marL="428848" algn="l" defTabSz="955979" rtl="0" eaLnBrk="0" fontAlgn="base" hangingPunct="0">
              <a:lnSpc>
                <a:spcPts val="3196"/>
              </a:lnSpc>
              <a:spcBef>
                <a:spcPct val="0"/>
              </a:spcBef>
              <a:spcAft>
                <a:spcPct val="0"/>
              </a:spcAft>
              <a:defRPr sz="2300" b="1">
                <a:solidFill>
                  <a:schemeClr val="tx2"/>
                </a:solidFill>
                <a:latin typeface="Arial" charset="0"/>
              </a:defRPr>
            </a:lvl6pPr>
            <a:lvl7pPr marL="857698" algn="l" defTabSz="955979" rtl="0" eaLnBrk="0" fontAlgn="base" hangingPunct="0">
              <a:lnSpc>
                <a:spcPts val="3196"/>
              </a:lnSpc>
              <a:spcBef>
                <a:spcPct val="0"/>
              </a:spcBef>
              <a:spcAft>
                <a:spcPct val="0"/>
              </a:spcAft>
              <a:defRPr sz="2300" b="1">
                <a:solidFill>
                  <a:schemeClr val="tx2"/>
                </a:solidFill>
                <a:latin typeface="Arial" charset="0"/>
              </a:defRPr>
            </a:lvl7pPr>
            <a:lvl8pPr marL="1286547" algn="l" defTabSz="955979" rtl="0" eaLnBrk="0" fontAlgn="base" hangingPunct="0">
              <a:lnSpc>
                <a:spcPts val="3196"/>
              </a:lnSpc>
              <a:spcBef>
                <a:spcPct val="0"/>
              </a:spcBef>
              <a:spcAft>
                <a:spcPct val="0"/>
              </a:spcAft>
              <a:defRPr sz="2300" b="1">
                <a:solidFill>
                  <a:schemeClr val="tx2"/>
                </a:solidFill>
                <a:latin typeface="Arial" charset="0"/>
              </a:defRPr>
            </a:lvl8pPr>
            <a:lvl9pPr marL="1715397" algn="l" defTabSz="955979" rtl="0" eaLnBrk="0" fontAlgn="base" hangingPunct="0">
              <a:lnSpc>
                <a:spcPts val="3196"/>
              </a:lnSpc>
              <a:spcBef>
                <a:spcPct val="0"/>
              </a:spcBef>
              <a:spcAft>
                <a:spcPct val="0"/>
              </a:spcAft>
              <a:defRPr sz="2300" b="1">
                <a:solidFill>
                  <a:schemeClr val="tx2"/>
                </a:solidFill>
                <a:latin typeface="Arial" charset="0"/>
              </a:defRPr>
            </a:lvl9pPr>
          </a:lstStyle>
          <a:p>
            <a:pPr algn="r"/>
            <a:r>
              <a:rPr lang="he-IL" sz="12800" dirty="0"/>
              <a:t>התערבות ויישום: </a:t>
            </a:r>
            <a:br>
              <a:rPr lang="he-IL" sz="12800" dirty="0"/>
            </a:br>
            <a:r>
              <a:rPr lang="he-IL" sz="12800" dirty="0"/>
              <a:t>פעילות בנושא חיידקים יציבים ובידוד מגע </a:t>
            </a:r>
            <a:br>
              <a:rPr lang="he-IL" sz="3200" kern="0" dirty="0"/>
            </a:br>
            <a:br>
              <a:rPr lang="he-IL" sz="3200" kern="0" dirty="0"/>
            </a:br>
            <a:r>
              <a:rPr lang="he-IL" sz="3200" kern="0" dirty="0"/>
              <a:t> </a:t>
            </a:r>
            <a:endParaRPr lang="he-IL" sz="2800" kern="0" dirty="0">
              <a:solidFill>
                <a:schemeClr val="accent1">
                  <a:lumMod val="60000"/>
                  <a:lumOff val="40000"/>
                </a:schemeClr>
              </a:solidFill>
            </a:endParaRPr>
          </a:p>
        </p:txBody>
      </p:sp>
    </p:spTree>
    <p:extLst>
      <p:ext uri="{BB962C8B-B14F-4D97-AF65-F5344CB8AC3E}">
        <p14:creationId xmlns:p14="http://schemas.microsoft.com/office/powerpoint/2010/main" val="37873848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83377" y="777611"/>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7" name="מציין מיקום טקסט 6"/>
          <p:cNvSpPr>
            <a:spLocks noGrp="1"/>
          </p:cNvSpPr>
          <p:nvPr>
            <p:ph type="body" sz="quarter" idx="10"/>
          </p:nvPr>
        </p:nvSpPr>
        <p:spPr>
          <a:xfrm>
            <a:off x="1448803" y="1588326"/>
            <a:ext cx="10433545" cy="5045214"/>
          </a:xfrm>
        </p:spPr>
        <p:txBody>
          <a:bodyPr/>
          <a:lstStyle/>
          <a:p>
            <a:r>
              <a:rPr lang="he-IL" dirty="0"/>
              <a:t>נ</a:t>
            </a:r>
          </a:p>
        </p:txBody>
      </p:sp>
      <p:sp>
        <p:nvSpPr>
          <p:cNvPr id="3" name="Title 2"/>
          <p:cNvSpPr>
            <a:spLocks noGrp="1"/>
          </p:cNvSpPr>
          <p:nvPr>
            <p:ph type="title" idx="4294967295"/>
          </p:nvPr>
        </p:nvSpPr>
        <p:spPr>
          <a:xfrm>
            <a:off x="2229158" y="294236"/>
            <a:ext cx="9074727" cy="1051736"/>
          </a:xfrm>
        </p:spPr>
        <p:txBody>
          <a:bodyPr/>
          <a:lstStyle/>
          <a:p>
            <a:pPr algn="r"/>
            <a:r>
              <a:rPr lang="he-IL" sz="3200" dirty="0"/>
              <a:t>התערבות ויישום:</a:t>
            </a:r>
            <a:br>
              <a:rPr lang="he-IL" sz="3200" dirty="0"/>
            </a:br>
            <a:r>
              <a:rPr lang="he-IL" sz="3200" dirty="0"/>
              <a:t>פעילות בנושא שימוש מושכל באנטיביוטיקה</a:t>
            </a:r>
            <a:endParaRPr lang="he-IL" sz="2800" dirty="0">
              <a:solidFill>
                <a:schemeClr val="accent1">
                  <a:lumMod val="60000"/>
                  <a:lumOff val="40000"/>
                </a:schemeClr>
              </a:solidFill>
            </a:endParaRPr>
          </a:p>
        </p:txBody>
      </p:sp>
      <p:sp>
        <p:nvSpPr>
          <p:cNvPr id="4" name="Content Placeholder 3"/>
          <p:cNvSpPr>
            <a:spLocks noGrp="1"/>
          </p:cNvSpPr>
          <p:nvPr>
            <p:ph idx="4294967295"/>
          </p:nvPr>
        </p:nvSpPr>
        <p:spPr>
          <a:xfrm>
            <a:off x="1779964" y="1719236"/>
            <a:ext cx="9751492" cy="4746048"/>
          </a:xfrm>
        </p:spPr>
        <p:txBody>
          <a:bodyPr/>
          <a:lstStyle/>
          <a:p>
            <a:pPr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 </a:t>
            </a:r>
            <a:r>
              <a:rPr lang="he-IL" sz="1600" dirty="0">
                <a:solidFill>
                  <a:srgbClr val="000000"/>
                </a:solidFill>
                <a:latin typeface="Arial" panose="020B0604020202020204" pitchFamily="34" charset="0"/>
              </a:rPr>
              <a:t>פעם בשנה – הוצאת דוח למשרד בריאות. </a:t>
            </a:r>
          </a:p>
          <a:p>
            <a:pPr algn="r" rtl="1">
              <a:lnSpc>
                <a:spcPct val="150000"/>
              </a:lnSpc>
              <a:spcAft>
                <a:spcPts val="0"/>
              </a:spcAft>
              <a:buFont typeface="Wingdings" panose="05000000000000000000" pitchFamily="2" charset="2"/>
              <a:buChar char="q"/>
            </a:pPr>
            <a:r>
              <a:rPr lang="he-IL" sz="1600" dirty="0">
                <a:solidFill>
                  <a:srgbClr val="000000"/>
                </a:solidFill>
                <a:latin typeface="Arial" panose="020B0604020202020204" pitchFamily="34" charset="0"/>
              </a:rPr>
              <a:t>ועדת שימוש מושכל באנטיביוטיקה 18.09 ו 4.12</a:t>
            </a:r>
          </a:p>
          <a:p>
            <a:pPr algn="r" rtl="1">
              <a:lnSpc>
                <a:spcPct val="150000"/>
              </a:lnSpc>
              <a:spcAft>
                <a:spcPts val="0"/>
              </a:spcAft>
              <a:buFont typeface="Wingdings" panose="05000000000000000000" pitchFamily="2" charset="2"/>
              <a:buChar char="q"/>
            </a:pPr>
            <a:r>
              <a:rPr lang="he-IL" sz="1600" dirty="0" err="1">
                <a:solidFill>
                  <a:srgbClr val="000000"/>
                </a:solidFill>
                <a:latin typeface="Arial" panose="020B0604020202020204" pitchFamily="34" charset="0"/>
              </a:rPr>
              <a:t>ייעוצים</a:t>
            </a:r>
            <a:r>
              <a:rPr lang="he-IL" sz="1600" dirty="0">
                <a:solidFill>
                  <a:srgbClr val="000000"/>
                </a:solidFill>
                <a:latin typeface="Arial" panose="020B0604020202020204" pitchFamily="34" charset="0"/>
              </a:rPr>
              <a:t> של ד"ר לנדאו לפני התחלת טיפול באנטיביוטיקה – נרשם בדיווח יומי של רופא המחלקה . </a:t>
            </a:r>
          </a:p>
          <a:p>
            <a:pPr marL="0" indent="0" algn="r" rtl="1">
              <a:lnSpc>
                <a:spcPct val="150000"/>
              </a:lnSpc>
              <a:spcAft>
                <a:spcPts val="0"/>
              </a:spcAft>
            </a:pPr>
            <a:r>
              <a:rPr lang="he-IL" sz="1400" dirty="0">
                <a:solidFill>
                  <a:srgbClr val="FF0000"/>
                </a:solidFill>
                <a:latin typeface="Arial" panose="020B0604020202020204" pitchFamily="34" charset="0"/>
                <a:hlinkClick r:id="rId2" action="ppaction://hlinkfile"/>
              </a:rPr>
              <a:t>..\דיווחים למשרד הבריאות + מכבי +מאוחדת\דוחות </a:t>
            </a:r>
            <a:r>
              <a:rPr lang="he-IL" sz="1400" dirty="0" err="1">
                <a:solidFill>
                  <a:srgbClr val="FF0000"/>
                </a:solidFill>
                <a:latin typeface="Arial" panose="020B0604020202020204" pitchFamily="34" charset="0"/>
                <a:hlinkClick r:id="rId2" action="ppaction://hlinkfile"/>
              </a:rPr>
              <a:t>אנטביוטיקה</a:t>
            </a:r>
            <a:r>
              <a:rPr lang="he-IL" sz="1400" dirty="0">
                <a:solidFill>
                  <a:srgbClr val="FF0000"/>
                </a:solidFill>
                <a:latin typeface="Arial" panose="020B0604020202020204" pitchFamily="34" charset="0"/>
                <a:hlinkClick r:id="rId2" action="ppaction://hlinkfile"/>
              </a:rPr>
              <a:t>\עותק של דוח אנטיביוטיקה שנתי 2022.</a:t>
            </a:r>
            <a:r>
              <a:rPr lang="en-US" sz="1400" dirty="0" err="1">
                <a:solidFill>
                  <a:srgbClr val="FF0000"/>
                </a:solidFill>
                <a:latin typeface="Arial" panose="020B0604020202020204" pitchFamily="34" charset="0"/>
                <a:hlinkClick r:id="rId2" action="ppaction://hlinkfile"/>
              </a:rPr>
              <a:t>xlsx</a:t>
            </a:r>
            <a:endParaRPr lang="he-IL" sz="1400" dirty="0">
              <a:solidFill>
                <a:srgbClr val="FF0000"/>
              </a:solidFill>
              <a:latin typeface="Arial" panose="020B0604020202020204" pitchFamily="34" charset="0"/>
            </a:endParaRPr>
          </a:p>
          <a:p>
            <a:pPr algn="r" rtl="1">
              <a:lnSpc>
                <a:spcPct val="100000"/>
              </a:lnSpc>
              <a:buFont typeface="Wingdings" panose="05000000000000000000" pitchFamily="2" charset="2"/>
              <a:buChar char="q"/>
            </a:pPr>
            <a:r>
              <a:rPr lang="he-IL" sz="1600" dirty="0">
                <a:solidFill>
                  <a:srgbClr val="000000"/>
                </a:solidFill>
                <a:latin typeface="Arial" panose="020B0604020202020204" pitchFamily="34" charset="0"/>
                <a:cs typeface="Arial" panose="020B0604020202020204" pitchFamily="34" charset="0"/>
              </a:rPr>
              <a:t>נוהל תרופות חדש כולל שימוש מושכל לאנטיביוטיקה קישור </a:t>
            </a:r>
            <a:r>
              <a:rPr lang="he-IL" sz="1600" dirty="0">
                <a:solidFill>
                  <a:srgbClr val="FF0000"/>
                </a:solidFill>
                <a:latin typeface="Arial" panose="020B0604020202020204" pitchFamily="34" charset="0"/>
                <a:cs typeface="Arial" panose="020B0604020202020204" pitchFamily="34" charset="0"/>
                <a:hlinkClick r:id="rId3" action="ppaction://hlinkfile">
                  <a:extLst>
                    <a:ext uri="{A12FA001-AC4F-418D-AE19-62706E023703}">
                      <ahyp:hlinkClr xmlns:ahyp="http://schemas.microsoft.com/office/drawing/2018/hyperlinkcolor" val="tx"/>
                    </a:ext>
                  </a:extLst>
                </a:hlinkClick>
              </a:rPr>
              <a:t>נוהל תרופות מוסדי </a:t>
            </a:r>
            <a:r>
              <a:rPr lang="en-US" sz="1600" dirty="0">
                <a:solidFill>
                  <a:srgbClr val="FF0000"/>
                </a:solidFill>
                <a:latin typeface="Arial" panose="020B0604020202020204" pitchFamily="34" charset="0"/>
                <a:cs typeface="Arial" panose="020B0604020202020204" pitchFamily="34" charset="0"/>
                <a:hlinkClick r:id="rId3" action="ppaction://hlinkfile">
                  <a:extLst>
                    <a:ext uri="{A12FA001-AC4F-418D-AE19-62706E023703}">
                      <ahyp:hlinkClr xmlns:ahyp="http://schemas.microsoft.com/office/drawing/2018/hyperlinkcolor" val="tx"/>
                    </a:ext>
                  </a:extLst>
                </a:hlinkClick>
              </a:rPr>
              <a:t>doc</a:t>
            </a:r>
            <a:endParaRPr lang="he-IL" sz="1600" dirty="0">
              <a:solidFill>
                <a:srgbClr val="FF0000"/>
              </a:solidFill>
              <a:latin typeface="Arial" panose="020B0604020202020204" pitchFamily="34" charset="0"/>
              <a:cs typeface="Arial" panose="020B0604020202020204" pitchFamily="34" charset="0"/>
            </a:endParaRPr>
          </a:p>
          <a:p>
            <a:pPr algn="r" rtl="1">
              <a:lnSpc>
                <a:spcPct val="100000"/>
              </a:lnSpc>
              <a:buFont typeface="Wingdings" panose="05000000000000000000" pitchFamily="2" charset="2"/>
              <a:buChar char="q"/>
            </a:pPr>
            <a:r>
              <a:rPr lang="he-IL" sz="1600" dirty="0">
                <a:solidFill>
                  <a:srgbClr val="000000"/>
                </a:solidFill>
                <a:latin typeface="Arial" panose="020B0604020202020204" pitchFamily="34" charset="0"/>
                <a:cs typeface="Arial" panose="020B0604020202020204" pitchFamily="34" charset="0"/>
              </a:rPr>
              <a:t>אפיון סימן התרעה לשימוש מושכל באנטיביוטיקה  על ידי מדבקה – "אישור זיהומולוג </a:t>
            </a:r>
            <a:r>
              <a:rPr lang="en-US" sz="1600" dirty="0">
                <a:solidFill>
                  <a:srgbClr val="000000"/>
                </a:solidFill>
                <a:latin typeface="Arial" panose="020B0604020202020204" pitchFamily="34" charset="0"/>
                <a:cs typeface="Arial" panose="020B0604020202020204" pitchFamily="34" charset="0"/>
              </a:rPr>
              <a:t>"</a:t>
            </a:r>
            <a:br>
              <a:rPr lang="en-US" sz="1600" dirty="0">
                <a:solidFill>
                  <a:srgbClr val="000000"/>
                </a:solidFill>
                <a:latin typeface="Arial" panose="020B0604020202020204" pitchFamily="34" charset="0"/>
                <a:cs typeface="Arial" panose="020B0604020202020204" pitchFamily="34" charset="0"/>
              </a:rPr>
            </a:br>
            <a:br>
              <a:rPr lang="en-US" sz="1600" dirty="0">
                <a:solidFill>
                  <a:srgbClr val="000000"/>
                </a:solidFill>
                <a:latin typeface="Arial" panose="020B0604020202020204" pitchFamily="34" charset="0"/>
                <a:cs typeface="Arial" panose="020B0604020202020204" pitchFamily="34" charset="0"/>
              </a:rPr>
            </a:br>
            <a:br>
              <a:rPr lang="en-US" sz="2000" dirty="0">
                <a:solidFill>
                  <a:srgbClr val="000000"/>
                </a:solidFill>
                <a:latin typeface="Arial" panose="020B0604020202020204" pitchFamily="34" charset="0"/>
              </a:rPr>
            </a:br>
            <a:endParaRPr lang="he-IL" sz="2000" dirty="0">
              <a:solidFill>
                <a:srgbClr val="000000"/>
              </a:solidFill>
              <a:latin typeface="Arial" panose="020B0604020202020204" pitchFamily="34" charset="0"/>
            </a:endParaRPr>
          </a:p>
          <a:p>
            <a:pPr algn="r" rtl="1">
              <a:lnSpc>
                <a:spcPct val="100000"/>
              </a:lnSpc>
              <a:buFont typeface="Wingdings" panose="05000000000000000000" pitchFamily="2" charset="2"/>
              <a:buChar char="q"/>
            </a:pPr>
            <a:endParaRPr lang="he-IL" sz="2000" dirty="0">
              <a:solidFill>
                <a:srgbClr val="000000"/>
              </a:solidFill>
              <a:latin typeface="Arial" panose="020B0604020202020204" pitchFamily="34" charset="0"/>
            </a:endParaRPr>
          </a:p>
          <a:p>
            <a:pPr marL="0" indent="0" algn="r" rtl="1">
              <a:lnSpc>
                <a:spcPct val="100000"/>
              </a:lnSpc>
            </a:pPr>
            <a:endParaRPr lang="he-IL" sz="2000" dirty="0">
              <a:solidFill>
                <a:srgbClr val="000000"/>
              </a:solidFill>
              <a:latin typeface="Arial" panose="020B0604020202020204" pitchFamily="34" charset="0"/>
            </a:endParaRPr>
          </a:p>
          <a:p>
            <a:pPr marL="0" indent="0" algn="r" rtl="1">
              <a:lnSpc>
                <a:spcPct val="100000"/>
              </a:lnSpc>
            </a:pPr>
            <a:endParaRPr lang="he-IL" sz="2000" dirty="0">
              <a:solidFill>
                <a:srgbClr val="000000"/>
              </a:solidFill>
              <a:latin typeface="Arial" panose="020B0604020202020204" pitchFamily="34" charset="0"/>
            </a:endParaRPr>
          </a:p>
          <a:p>
            <a:pPr algn="r" rtl="1">
              <a:lnSpc>
                <a:spcPct val="100000"/>
              </a:lnSpc>
              <a:buFont typeface="Wingdings" panose="05000000000000000000" pitchFamily="2" charset="2"/>
              <a:buChar char="q"/>
            </a:pPr>
            <a:r>
              <a:rPr lang="he-IL" sz="1600" dirty="0">
                <a:solidFill>
                  <a:srgbClr val="000000"/>
                </a:solidFill>
                <a:latin typeface="Arial" panose="020B0604020202020204" pitchFamily="34" charset="0"/>
                <a:cs typeface="Arial" panose="020B0604020202020204" pitchFamily="34" charset="0"/>
              </a:rPr>
              <a:t>וועדת מניעת זיהומים שמתכנסת אחת לרבעון לדיון בנושא שימוש מושכל באנטיביוטיקה </a:t>
            </a:r>
            <a:r>
              <a:rPr lang="he-IL" sz="1600" dirty="0">
                <a:solidFill>
                  <a:srgbClr val="000000"/>
                </a:solidFill>
                <a:highlight>
                  <a:srgbClr val="FFFF00"/>
                </a:highlight>
                <a:latin typeface="Arial" panose="020B0604020202020204" pitchFamily="34" charset="0"/>
                <a:cs typeface="Arial" panose="020B0604020202020204" pitchFamily="34" charset="0"/>
              </a:rPr>
              <a:t>(.......)</a:t>
            </a:r>
          </a:p>
          <a:p>
            <a:pPr algn="r" rtl="1">
              <a:lnSpc>
                <a:spcPct val="150000"/>
              </a:lnSpc>
              <a:spcAft>
                <a:spcPts val="0"/>
              </a:spcAft>
            </a:pPr>
            <a:endParaRPr lang="he-IL" sz="2000" dirty="0">
              <a:solidFill>
                <a:srgbClr val="FF0000"/>
              </a:solidFill>
              <a:latin typeface="Arial" panose="020B0604020202020204" pitchFamily="34" charset="0"/>
            </a:endParaRPr>
          </a:p>
          <a:p>
            <a:pPr algn="r" rtl="1">
              <a:lnSpc>
                <a:spcPct val="150000"/>
              </a:lnSpc>
              <a:spcAft>
                <a:spcPts val="0"/>
              </a:spcAft>
            </a:pPr>
            <a:endParaRPr lang="he-IL" sz="2000" dirty="0"/>
          </a:p>
          <a:p>
            <a:pPr algn="r" rtl="1">
              <a:lnSpc>
                <a:spcPct val="150000"/>
              </a:lnSpc>
              <a:spcAft>
                <a:spcPts val="0"/>
              </a:spcAft>
            </a:pPr>
            <a:r>
              <a:rPr lang="he-IL" sz="2000" dirty="0">
                <a:solidFill>
                  <a:srgbClr val="002060"/>
                </a:solidFill>
                <a:ea typeface="Times New Roman" panose="02020603050405020304" pitchFamily="18" charset="0"/>
              </a:rPr>
              <a:t>  </a:t>
            </a:r>
          </a:p>
          <a:p>
            <a:pPr algn="r" rtl="1">
              <a:lnSpc>
                <a:spcPct val="150000"/>
              </a:lnSpc>
              <a:spcAft>
                <a:spcPts val="0"/>
              </a:spcAft>
            </a:pPr>
            <a:endParaRPr lang="en-US" sz="1800" dirty="0">
              <a:ea typeface="Times New Roman" panose="02020603050405020304" pitchFamily="18" charset="0"/>
            </a:endParaRPr>
          </a:p>
          <a:p>
            <a:pPr algn="r"/>
            <a:endParaRPr lang="he-IL" dirty="0"/>
          </a:p>
        </p:txBody>
      </p:sp>
      <p:pic>
        <p:nvPicPr>
          <p:cNvPr id="6" name="תמונה 5">
            <a:extLst>
              <a:ext uri="{FF2B5EF4-FFF2-40B4-BE49-F238E27FC236}">
                <a16:creationId xmlns:a16="http://schemas.microsoft.com/office/drawing/2014/main" id="{92C91D8D-0F82-C807-8EDE-7D5709052E88}"/>
              </a:ext>
            </a:extLst>
          </p:cNvPr>
          <p:cNvPicPr>
            <a:picLocks noChangeAspect="1"/>
          </p:cNvPicPr>
          <p:nvPr/>
        </p:nvPicPr>
        <p:blipFill rotWithShape="1">
          <a:blip r:embed="rId4" cstate="hqprint">
            <a:extLst>
              <a:ext uri="{28A0092B-C50C-407E-A947-70E740481C1C}">
                <a14:useLocalDpi xmlns:a14="http://schemas.microsoft.com/office/drawing/2010/main" val="0"/>
              </a:ext>
            </a:extLst>
          </a:blip>
          <a:srcRect l="21212" r="29615"/>
          <a:stretch/>
        </p:blipFill>
        <p:spPr>
          <a:xfrm rot="5400000">
            <a:off x="5783551" y="3537732"/>
            <a:ext cx="1271817" cy="2519266"/>
          </a:xfrm>
          <a:prstGeom prst="rect">
            <a:avLst/>
          </a:prstGeom>
        </p:spPr>
      </p:pic>
      <p:sp>
        <p:nvSpPr>
          <p:cNvPr id="5" name="מציין מיקום של מספר שקופית 4">
            <a:extLst>
              <a:ext uri="{FF2B5EF4-FFF2-40B4-BE49-F238E27FC236}">
                <a16:creationId xmlns:a16="http://schemas.microsoft.com/office/drawing/2014/main" id="{8E8137F3-FD45-79D4-C1E8-10CCCF5EFA3D}"/>
              </a:ext>
            </a:extLst>
          </p:cNvPr>
          <p:cNvSpPr>
            <a:spLocks noGrp="1"/>
          </p:cNvSpPr>
          <p:nvPr>
            <p:ph type="sldNum" sz="quarter" idx="13"/>
          </p:nvPr>
        </p:nvSpPr>
        <p:spPr/>
        <p:txBody>
          <a:bodyPr/>
          <a:lstStyle/>
          <a:p>
            <a:fld id="{CDF03817-2923-4574-955C-5BC05054893F}" type="slidenum">
              <a:rPr lang="en-GB" smtClean="0">
                <a:solidFill>
                  <a:srgbClr val="002776"/>
                </a:solidFill>
              </a:rPr>
              <a:pPr/>
              <a:t>23</a:t>
            </a:fld>
            <a:endParaRPr lang="en-GB" dirty="0">
              <a:solidFill>
                <a:srgbClr val="002776"/>
              </a:solidFill>
            </a:endParaRPr>
          </a:p>
        </p:txBody>
      </p:sp>
      <p:pic>
        <p:nvPicPr>
          <p:cNvPr id="15" name="תמונה 14">
            <a:extLst>
              <a:ext uri="{FF2B5EF4-FFF2-40B4-BE49-F238E27FC236}">
                <a16:creationId xmlns:a16="http://schemas.microsoft.com/office/drawing/2014/main" id="{5474A38B-1256-7C63-C62C-2E2C8B917F3C}"/>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93199" y="147865"/>
            <a:ext cx="1150478" cy="1454727"/>
          </a:xfrm>
          <a:prstGeom prst="rect">
            <a:avLst/>
          </a:prstGeom>
        </p:spPr>
      </p:pic>
    </p:spTree>
    <p:extLst>
      <p:ext uri="{BB962C8B-B14F-4D97-AF65-F5344CB8AC3E}">
        <p14:creationId xmlns:p14="http://schemas.microsoft.com/office/powerpoint/2010/main" val="5933443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93877" y="757318"/>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1411757" y="65133"/>
            <a:ext cx="10430520" cy="692185"/>
          </a:xfrm>
        </p:spPr>
        <p:txBody>
          <a:bodyPr/>
          <a:lstStyle/>
          <a:p>
            <a:pPr algn="r"/>
            <a:r>
              <a:rPr lang="he-IL" sz="3200" dirty="0"/>
              <a:t>התערבות ויישום:</a:t>
            </a:r>
            <a:br>
              <a:rPr lang="he-IL" sz="3200" dirty="0"/>
            </a:br>
            <a:br>
              <a:rPr lang="he-IL" sz="3200" dirty="0"/>
            </a:br>
            <a:r>
              <a:rPr lang="he-IL" sz="3200" dirty="0"/>
              <a:t> פעילות בנושא ניקיון: </a:t>
            </a:r>
            <a:r>
              <a:rPr lang="he-IL" sz="2000" dirty="0"/>
              <a:t>בקרות ניקיון</a:t>
            </a:r>
            <a:r>
              <a:rPr lang="he-IL" sz="3200" dirty="0"/>
              <a:t>, </a:t>
            </a:r>
            <a:r>
              <a:rPr lang="he-IL" sz="2000" dirty="0"/>
              <a:t>גרפים /טבלאות, כלי בקרה , וכן דוחות סיכום</a:t>
            </a:r>
            <a:endParaRPr lang="he-IL" sz="1800" dirty="0">
              <a:solidFill>
                <a:schemeClr val="accent1">
                  <a:lumMod val="60000"/>
                  <a:lumOff val="40000"/>
                </a:schemeClr>
              </a:solidFill>
            </a:endParaRPr>
          </a:p>
        </p:txBody>
      </p:sp>
      <p:sp>
        <p:nvSpPr>
          <p:cNvPr id="4" name="Content Placeholder 3"/>
          <p:cNvSpPr>
            <a:spLocks noGrp="1"/>
          </p:cNvSpPr>
          <p:nvPr>
            <p:ph idx="1"/>
          </p:nvPr>
        </p:nvSpPr>
        <p:spPr>
          <a:xfrm>
            <a:off x="1255568" y="1581015"/>
            <a:ext cx="10418387" cy="4973777"/>
          </a:xfrm>
        </p:spPr>
        <p:txBody>
          <a:bodyPr/>
          <a:lstStyle/>
          <a:p>
            <a:pPr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 הדרכה פרונטאלית </a:t>
            </a:r>
          </a:p>
          <a:p>
            <a:pPr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בקרות:  </a:t>
            </a:r>
            <a:r>
              <a:rPr lang="en-US" sz="1400" b="1" dirty="0">
                <a:solidFill>
                  <a:srgbClr val="000000"/>
                </a:solidFill>
                <a:latin typeface="Arial" panose="020B0604020202020204" pitchFamily="34" charset="0"/>
                <a:hlinkClick r:id="rId2"/>
              </a:rPr>
              <a:t>https://forms.gle/pTzMUFFAYxHX2wGe7</a:t>
            </a:r>
            <a:endParaRPr lang="he-IL" sz="2000" b="1" dirty="0">
              <a:solidFill>
                <a:srgbClr val="000000"/>
              </a:solidFill>
              <a:latin typeface="Arial" panose="020B0604020202020204" pitchFamily="34" charset="0"/>
            </a:endParaRPr>
          </a:p>
          <a:p>
            <a:pPr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בקרות עם </a:t>
            </a:r>
            <a:r>
              <a:rPr lang="en-US" sz="2000" b="1" dirty="0">
                <a:solidFill>
                  <a:srgbClr val="000000"/>
                </a:solidFill>
                <a:latin typeface="Arial" panose="020B0604020202020204" pitchFamily="34" charset="0"/>
              </a:rPr>
              <a:t> </a:t>
            </a:r>
            <a:r>
              <a:rPr lang="en-US" sz="2000" b="1" dirty="0" err="1">
                <a:solidFill>
                  <a:srgbClr val="000000"/>
                </a:solidFill>
                <a:latin typeface="Arial" panose="020B0604020202020204" pitchFamily="34" charset="0"/>
              </a:rPr>
              <a:t>Uv</a:t>
            </a:r>
            <a:r>
              <a:rPr lang="he-IL" sz="2000" b="1" dirty="0">
                <a:solidFill>
                  <a:srgbClr val="000000"/>
                </a:solidFill>
                <a:latin typeface="Arial" panose="020B0604020202020204" pitchFamily="34" charset="0"/>
              </a:rPr>
              <a:t>לדוגמה: </a:t>
            </a:r>
            <a:r>
              <a:rPr lang="he-IL" sz="2000" b="1" dirty="0">
                <a:solidFill>
                  <a:srgbClr val="000000"/>
                </a:solidFill>
                <a:latin typeface="Arial" panose="020B0604020202020204" pitchFamily="34" charset="0"/>
                <a:hlinkClick r:id="rId3" action="ppaction://hlinkfile"/>
              </a:rPr>
              <a:t>.</a:t>
            </a:r>
            <a:r>
              <a:rPr lang="he-IL" sz="1400" b="1" dirty="0">
                <a:solidFill>
                  <a:srgbClr val="000000"/>
                </a:solidFill>
                <a:latin typeface="Arial" panose="020B0604020202020204" pitchFamily="34" charset="0"/>
                <a:hlinkClick r:id="rId3" action="ppaction://hlinkfile"/>
              </a:rPr>
              <a:t>בקרת </a:t>
            </a:r>
            <a:r>
              <a:rPr lang="en-US" sz="1400" b="1" dirty="0">
                <a:solidFill>
                  <a:srgbClr val="000000"/>
                </a:solidFill>
                <a:latin typeface="Arial" panose="020B0604020202020204" pitchFamily="34" charset="0"/>
                <a:hlinkClick r:id="rId3" action="ppaction://hlinkfile"/>
              </a:rPr>
              <a:t>UV2072022 </a:t>
            </a:r>
            <a:r>
              <a:rPr lang="he-IL" sz="1400" b="1" dirty="0">
                <a:solidFill>
                  <a:srgbClr val="000000"/>
                </a:solidFill>
                <a:latin typeface="Arial" panose="020B0604020202020204" pitchFamily="34" charset="0"/>
                <a:hlinkClick r:id="rId3" action="ppaction://hlinkfile"/>
              </a:rPr>
              <a:t>שיקום ב.</a:t>
            </a:r>
            <a:r>
              <a:rPr lang="en-US" sz="1400" b="1" dirty="0">
                <a:solidFill>
                  <a:srgbClr val="000000"/>
                </a:solidFill>
                <a:latin typeface="Arial" panose="020B0604020202020204" pitchFamily="34" charset="0"/>
                <a:hlinkClick r:id="rId3" action="ppaction://hlinkfile"/>
              </a:rPr>
              <a:t>docx</a:t>
            </a:r>
            <a:endParaRPr lang="he-IL" sz="1400" b="1" dirty="0">
              <a:solidFill>
                <a:srgbClr val="000000"/>
              </a:solidFill>
              <a:latin typeface="Arial" panose="020B0604020202020204" pitchFamily="34" charset="0"/>
            </a:endParaRPr>
          </a:p>
          <a:p>
            <a:pPr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בקרות ניקיון חדרים שוטפת. </a:t>
            </a:r>
          </a:p>
          <a:p>
            <a:pPr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בדיקת בלאי והחלפת אוגרי כביסה בעלי דוושה:  </a:t>
            </a:r>
          </a:p>
        </p:txBody>
      </p:sp>
      <p:graphicFrame>
        <p:nvGraphicFramePr>
          <p:cNvPr id="5" name="טבלה 4">
            <a:extLst>
              <a:ext uri="{FF2B5EF4-FFF2-40B4-BE49-F238E27FC236}">
                <a16:creationId xmlns:a16="http://schemas.microsoft.com/office/drawing/2014/main" id="{ED55AB66-2DCB-1E94-51A3-47F7921C8761}"/>
              </a:ext>
            </a:extLst>
          </p:cNvPr>
          <p:cNvGraphicFramePr>
            <a:graphicFrameLocks noGrp="1"/>
          </p:cNvGraphicFramePr>
          <p:nvPr>
            <p:extLst>
              <p:ext uri="{D42A27DB-BD31-4B8C-83A1-F6EECF244321}">
                <p14:modId xmlns:p14="http://schemas.microsoft.com/office/powerpoint/2010/main" val="1492394340"/>
              </p:ext>
            </p:extLst>
          </p:nvPr>
        </p:nvGraphicFramePr>
        <p:xfrm>
          <a:off x="3013787" y="3891425"/>
          <a:ext cx="8557580" cy="2503037"/>
        </p:xfrm>
        <a:graphic>
          <a:graphicData uri="http://schemas.openxmlformats.org/drawingml/2006/table">
            <a:tbl>
              <a:tblPr rtl="1" firstRow="1" firstCol="1" bandRow="1">
                <a:tableStyleId>{5C22544A-7EE6-4342-B048-85BDC9FD1C3A}</a:tableStyleId>
              </a:tblPr>
              <a:tblGrid>
                <a:gridCol w="1711516">
                  <a:extLst>
                    <a:ext uri="{9D8B030D-6E8A-4147-A177-3AD203B41FA5}">
                      <a16:colId xmlns:a16="http://schemas.microsoft.com/office/drawing/2014/main" val="303167823"/>
                    </a:ext>
                  </a:extLst>
                </a:gridCol>
                <a:gridCol w="1711516">
                  <a:extLst>
                    <a:ext uri="{9D8B030D-6E8A-4147-A177-3AD203B41FA5}">
                      <a16:colId xmlns:a16="http://schemas.microsoft.com/office/drawing/2014/main" val="843369837"/>
                    </a:ext>
                  </a:extLst>
                </a:gridCol>
                <a:gridCol w="1711516">
                  <a:extLst>
                    <a:ext uri="{9D8B030D-6E8A-4147-A177-3AD203B41FA5}">
                      <a16:colId xmlns:a16="http://schemas.microsoft.com/office/drawing/2014/main" val="3267850411"/>
                    </a:ext>
                  </a:extLst>
                </a:gridCol>
                <a:gridCol w="1711516">
                  <a:extLst>
                    <a:ext uri="{9D8B030D-6E8A-4147-A177-3AD203B41FA5}">
                      <a16:colId xmlns:a16="http://schemas.microsoft.com/office/drawing/2014/main" val="1386152207"/>
                    </a:ext>
                  </a:extLst>
                </a:gridCol>
                <a:gridCol w="1711516">
                  <a:extLst>
                    <a:ext uri="{9D8B030D-6E8A-4147-A177-3AD203B41FA5}">
                      <a16:colId xmlns:a16="http://schemas.microsoft.com/office/drawing/2014/main" val="727713236"/>
                    </a:ext>
                  </a:extLst>
                </a:gridCol>
              </a:tblGrid>
              <a:tr h="250304">
                <a:tc>
                  <a:txBody>
                    <a:bodyPr/>
                    <a:lstStyle/>
                    <a:p>
                      <a:pPr algn="r" rtl="1"/>
                      <a:r>
                        <a:rPr lang="he-IL" sz="1100">
                          <a:effectLst/>
                        </a:rPr>
                        <a:t>מחלקה</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זוגי עם דוושה </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יחיד עם דוושה </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יחיד ללא דוושה </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נדרש </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941534843"/>
                  </a:ext>
                </a:extLst>
              </a:tr>
              <a:tr h="250304">
                <a:tc>
                  <a:txBody>
                    <a:bodyPr/>
                    <a:lstStyle/>
                    <a:p>
                      <a:pPr algn="r" rtl="1"/>
                      <a:r>
                        <a:rPr lang="he-IL" sz="1100">
                          <a:effectLst/>
                        </a:rPr>
                        <a:t>תשושי נפש</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1</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 </a:t>
                      </a:r>
                      <a:endParaRPr lang="en-US" sz="1100">
                        <a:effectLst/>
                        <a:latin typeface="Calibri" panose="020F0502020204030204" pitchFamily="34" charset="0"/>
                        <a:ea typeface="Calibri" panose="020F0502020204030204" pitchFamily="34" charset="0"/>
                      </a:endParaRPr>
                    </a:p>
                  </a:txBody>
                  <a:tcPr marL="68580" marR="68580" marT="0" marB="0"/>
                </a:tc>
                <a:tc rowSpan="8">
                  <a:txBody>
                    <a:bodyPr/>
                    <a:lstStyle/>
                    <a:p>
                      <a:pPr algn="r" rtl="1"/>
                      <a:r>
                        <a:rPr lang="he-IL" sz="1100">
                          <a:effectLst/>
                        </a:rPr>
                        <a:t>נא להוציא משימוש את האוגרים ללא דוושה </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2 דוושה יחיד </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284618405"/>
                  </a:ext>
                </a:extLst>
              </a:tr>
              <a:tr h="250304">
                <a:tc>
                  <a:txBody>
                    <a:bodyPr/>
                    <a:lstStyle/>
                    <a:p>
                      <a:pPr algn="r" rtl="1"/>
                      <a:r>
                        <a:rPr lang="he-IL" sz="1100">
                          <a:effectLst/>
                        </a:rPr>
                        <a:t>סיעודית </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1</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3</a:t>
                      </a:r>
                      <a:endParaRPr lang="en-US" sz="1100">
                        <a:effectLst/>
                        <a:latin typeface="Calibri" panose="020F0502020204030204" pitchFamily="34" charset="0"/>
                        <a:ea typeface="Calibri" panose="020F0502020204030204" pitchFamily="34" charset="0"/>
                      </a:endParaRPr>
                    </a:p>
                  </a:txBody>
                  <a:tcPr marL="68580" marR="68580" marT="0" marB="0"/>
                </a:tc>
                <a:tc vMerge="1">
                  <a:txBody>
                    <a:bodyPr/>
                    <a:lstStyle/>
                    <a:p>
                      <a:endParaRPr lang="en-US"/>
                    </a:p>
                  </a:txBody>
                  <a:tcPr/>
                </a:tc>
                <a:tc>
                  <a:txBody>
                    <a:bodyPr/>
                    <a:lstStyle/>
                    <a:p>
                      <a:pPr algn="r" rtl="1"/>
                      <a:r>
                        <a:rPr lang="he-IL" sz="1100">
                          <a:effectLst/>
                        </a:rPr>
                        <a:t>2 יחיד עם דוושה </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44095601"/>
                  </a:ext>
                </a:extLst>
              </a:tr>
              <a:tr h="250304">
                <a:tc>
                  <a:txBody>
                    <a:bodyPr/>
                    <a:lstStyle/>
                    <a:p>
                      <a:pPr algn="r" rtl="1"/>
                      <a:r>
                        <a:rPr lang="he-IL" sz="1100">
                          <a:effectLst/>
                        </a:rPr>
                        <a:t>מונשמים א</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 </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 </a:t>
                      </a:r>
                      <a:endParaRPr lang="en-US" sz="1100">
                        <a:effectLst/>
                        <a:latin typeface="Calibri" panose="020F0502020204030204" pitchFamily="34" charset="0"/>
                        <a:ea typeface="Calibri" panose="020F0502020204030204" pitchFamily="34" charset="0"/>
                      </a:endParaRPr>
                    </a:p>
                  </a:txBody>
                  <a:tcPr marL="68580" marR="68580" marT="0" marB="0"/>
                </a:tc>
                <a:tc vMerge="1">
                  <a:txBody>
                    <a:bodyPr/>
                    <a:lstStyle/>
                    <a:p>
                      <a:endParaRPr lang="en-US"/>
                    </a:p>
                  </a:txBody>
                  <a:tcPr/>
                </a:tc>
                <a:tc>
                  <a:txBody>
                    <a:bodyPr/>
                    <a:lstStyle/>
                    <a:p>
                      <a:pPr algn="r" rtl="1"/>
                      <a:r>
                        <a:rPr lang="he-IL" sz="1100">
                          <a:effectLst/>
                        </a:rPr>
                        <a:t>6 יחיד עם דוושה </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233571114"/>
                  </a:ext>
                </a:extLst>
              </a:tr>
              <a:tr h="250304">
                <a:tc>
                  <a:txBody>
                    <a:bodyPr/>
                    <a:lstStyle/>
                    <a:p>
                      <a:pPr algn="r" rtl="1"/>
                      <a:r>
                        <a:rPr lang="he-IL" sz="1100">
                          <a:effectLst/>
                        </a:rPr>
                        <a:t>מונשמים ב</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 </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 </a:t>
                      </a:r>
                      <a:endParaRPr lang="en-US" sz="1100">
                        <a:effectLst/>
                        <a:latin typeface="Calibri" panose="020F0502020204030204" pitchFamily="34" charset="0"/>
                        <a:ea typeface="Calibri" panose="020F0502020204030204" pitchFamily="34" charset="0"/>
                      </a:endParaRPr>
                    </a:p>
                  </a:txBody>
                  <a:tcPr marL="68580" marR="68580" marT="0" marB="0"/>
                </a:tc>
                <a:tc vMerge="1">
                  <a:txBody>
                    <a:bodyPr/>
                    <a:lstStyle/>
                    <a:p>
                      <a:endParaRPr lang="en-US"/>
                    </a:p>
                  </a:txBody>
                  <a:tcPr/>
                </a:tc>
                <a:tc>
                  <a:txBody>
                    <a:bodyPr/>
                    <a:lstStyle/>
                    <a:p>
                      <a:pPr algn="r" rtl="1"/>
                      <a:r>
                        <a:rPr lang="he-IL" sz="1100">
                          <a:effectLst/>
                        </a:rPr>
                        <a:t>6 יחיד עם דוושה </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429803961"/>
                  </a:ext>
                </a:extLst>
              </a:tr>
              <a:tr h="250304">
                <a:tc>
                  <a:txBody>
                    <a:bodyPr/>
                    <a:lstStyle/>
                    <a:p>
                      <a:pPr algn="r" rtl="1"/>
                      <a:r>
                        <a:rPr lang="he-IL" sz="1100">
                          <a:effectLst/>
                        </a:rPr>
                        <a:t>מונשמים ג</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 </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 </a:t>
                      </a:r>
                      <a:endParaRPr lang="en-US" sz="1100">
                        <a:effectLst/>
                        <a:latin typeface="Calibri" panose="020F0502020204030204" pitchFamily="34" charset="0"/>
                        <a:ea typeface="Calibri" panose="020F0502020204030204" pitchFamily="34" charset="0"/>
                      </a:endParaRPr>
                    </a:p>
                  </a:txBody>
                  <a:tcPr marL="68580" marR="68580" marT="0" marB="0"/>
                </a:tc>
                <a:tc vMerge="1">
                  <a:txBody>
                    <a:bodyPr/>
                    <a:lstStyle/>
                    <a:p>
                      <a:endParaRPr lang="en-US"/>
                    </a:p>
                  </a:txBody>
                  <a:tcPr/>
                </a:tc>
                <a:tc>
                  <a:txBody>
                    <a:bodyPr/>
                    <a:lstStyle/>
                    <a:p>
                      <a:pPr algn="r" rtl="1"/>
                      <a:r>
                        <a:rPr lang="he-IL" sz="1100">
                          <a:effectLst/>
                        </a:rPr>
                        <a:t>6 יחיד עם דוושה </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211527760"/>
                  </a:ext>
                </a:extLst>
              </a:tr>
              <a:tr h="250304">
                <a:tc>
                  <a:txBody>
                    <a:bodyPr/>
                    <a:lstStyle/>
                    <a:p>
                      <a:pPr algn="r" rtl="1"/>
                      <a:r>
                        <a:rPr lang="he-IL" sz="1100">
                          <a:effectLst/>
                        </a:rPr>
                        <a:t>מורכב </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2</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3</a:t>
                      </a:r>
                      <a:endParaRPr lang="en-US" sz="1100">
                        <a:effectLst/>
                        <a:latin typeface="Calibri" panose="020F0502020204030204" pitchFamily="34" charset="0"/>
                        <a:ea typeface="Calibri" panose="020F0502020204030204" pitchFamily="34" charset="0"/>
                      </a:endParaRPr>
                    </a:p>
                  </a:txBody>
                  <a:tcPr marL="68580" marR="68580" marT="0" marB="0"/>
                </a:tc>
                <a:tc vMerge="1">
                  <a:txBody>
                    <a:bodyPr/>
                    <a:lstStyle/>
                    <a:p>
                      <a:endParaRPr lang="en-US"/>
                    </a:p>
                  </a:txBody>
                  <a:tcPr/>
                </a:tc>
                <a:tc>
                  <a:txBody>
                    <a:bodyPr/>
                    <a:lstStyle/>
                    <a:p>
                      <a:pPr algn="r" rtl="1"/>
                      <a:r>
                        <a:rPr lang="he-IL" sz="1100">
                          <a:effectLst/>
                        </a:rPr>
                        <a:t>2 יחיד עם דוושה </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104540762"/>
                  </a:ext>
                </a:extLst>
              </a:tr>
              <a:tr h="250304">
                <a:tc>
                  <a:txBody>
                    <a:bodyPr/>
                    <a:lstStyle/>
                    <a:p>
                      <a:pPr algn="r" rtl="1"/>
                      <a:r>
                        <a:rPr lang="he-IL" sz="1100">
                          <a:effectLst/>
                        </a:rPr>
                        <a:t>שיקום א</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dirty="0">
                          <a:effectLst/>
                        </a:rPr>
                        <a:t>2</a:t>
                      </a:r>
                      <a:endParaRPr lang="en-US" sz="1100" dirty="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3</a:t>
                      </a:r>
                      <a:endParaRPr lang="en-US" sz="1100">
                        <a:effectLst/>
                        <a:latin typeface="Calibri" panose="020F0502020204030204" pitchFamily="34" charset="0"/>
                        <a:ea typeface="Calibri" panose="020F0502020204030204" pitchFamily="34" charset="0"/>
                      </a:endParaRPr>
                    </a:p>
                  </a:txBody>
                  <a:tcPr marL="68580" marR="68580" marT="0" marB="0"/>
                </a:tc>
                <a:tc vMerge="1">
                  <a:txBody>
                    <a:bodyPr/>
                    <a:lstStyle/>
                    <a:p>
                      <a:endParaRPr lang="en-US"/>
                    </a:p>
                  </a:txBody>
                  <a:tcPr/>
                </a:tc>
                <a:tc>
                  <a:txBody>
                    <a:bodyPr/>
                    <a:lstStyle/>
                    <a:p>
                      <a:pPr algn="r" rtl="1"/>
                      <a:r>
                        <a:rPr lang="he-IL" sz="1100">
                          <a:effectLst/>
                        </a:rPr>
                        <a:t>2 יחיד עם דוושה </a:t>
                      </a:r>
                      <a:endParaRPr lang="en-US" sz="1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323816174"/>
                  </a:ext>
                </a:extLst>
              </a:tr>
              <a:tr h="500605">
                <a:tc>
                  <a:txBody>
                    <a:bodyPr/>
                    <a:lstStyle/>
                    <a:p>
                      <a:pPr algn="r" rtl="1"/>
                      <a:r>
                        <a:rPr lang="he-IL" sz="1100">
                          <a:effectLst/>
                        </a:rPr>
                        <a:t>שיקום ב</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5</a:t>
                      </a:r>
                      <a:endParaRPr lang="en-US" sz="1100">
                        <a:effectLst/>
                        <a:latin typeface="Calibri" panose="020F0502020204030204" pitchFamily="34" charset="0"/>
                        <a:ea typeface="Calibri" panose="020F0502020204030204" pitchFamily="34" charset="0"/>
                      </a:endParaRPr>
                    </a:p>
                  </a:txBody>
                  <a:tcPr marL="68580" marR="68580" marT="0" marB="0"/>
                </a:tc>
                <a:tc>
                  <a:txBody>
                    <a:bodyPr/>
                    <a:lstStyle/>
                    <a:p>
                      <a:pPr algn="r" rtl="1"/>
                      <a:r>
                        <a:rPr lang="he-IL" sz="1100">
                          <a:effectLst/>
                        </a:rPr>
                        <a:t>3</a:t>
                      </a:r>
                      <a:endParaRPr lang="en-US" sz="1100">
                        <a:effectLst/>
                        <a:latin typeface="Calibri" panose="020F0502020204030204" pitchFamily="34" charset="0"/>
                        <a:ea typeface="Calibri" panose="020F0502020204030204" pitchFamily="34" charset="0"/>
                      </a:endParaRPr>
                    </a:p>
                  </a:txBody>
                  <a:tcPr marL="68580" marR="68580" marT="0" marB="0"/>
                </a:tc>
                <a:tc vMerge="1">
                  <a:txBody>
                    <a:bodyPr/>
                    <a:lstStyle/>
                    <a:p>
                      <a:endParaRPr lang="en-US"/>
                    </a:p>
                  </a:txBody>
                  <a:tcPr/>
                </a:tc>
                <a:tc>
                  <a:txBody>
                    <a:bodyPr/>
                    <a:lstStyle/>
                    <a:p>
                      <a:pPr algn="r" rtl="1"/>
                      <a:r>
                        <a:rPr lang="he-IL" sz="1100" dirty="0">
                          <a:effectLst/>
                        </a:rPr>
                        <a:t>ללא צורך בהזמנה</a:t>
                      </a:r>
                      <a:endParaRPr lang="en-US" sz="1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996875524"/>
                  </a:ext>
                </a:extLst>
              </a:tr>
            </a:tbl>
          </a:graphicData>
        </a:graphic>
      </p:graphicFrame>
      <p:sp>
        <p:nvSpPr>
          <p:cNvPr id="6" name="מציין מיקום של כותרת תחתונה 5">
            <a:extLst>
              <a:ext uri="{FF2B5EF4-FFF2-40B4-BE49-F238E27FC236}">
                <a16:creationId xmlns:a16="http://schemas.microsoft.com/office/drawing/2014/main" id="{FD730409-351A-986E-2439-8E05D7D09C22}"/>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7" name="מציין מיקום של מספר שקופית 6">
            <a:extLst>
              <a:ext uri="{FF2B5EF4-FFF2-40B4-BE49-F238E27FC236}">
                <a16:creationId xmlns:a16="http://schemas.microsoft.com/office/drawing/2014/main" id="{F2E6AB6B-92F7-9C6D-82DA-F3A4CCAD71C3}"/>
              </a:ext>
            </a:extLst>
          </p:cNvPr>
          <p:cNvSpPr>
            <a:spLocks noGrp="1"/>
          </p:cNvSpPr>
          <p:nvPr>
            <p:ph type="sldNum" sz="quarter" idx="10"/>
          </p:nvPr>
        </p:nvSpPr>
        <p:spPr/>
        <p:txBody>
          <a:bodyPr/>
          <a:lstStyle/>
          <a:p>
            <a:fld id="{1FD32C8D-3C3C-4A9C-83E3-1121F7D962C2}" type="slidenum">
              <a:rPr lang="en-GB" smtClean="0">
                <a:solidFill>
                  <a:srgbClr val="002776"/>
                </a:solidFill>
              </a:rPr>
              <a:pPr/>
              <a:t>24</a:t>
            </a:fld>
            <a:endParaRPr lang="en-GB" dirty="0">
              <a:solidFill>
                <a:srgbClr val="002776"/>
              </a:solidFill>
            </a:endParaRPr>
          </a:p>
        </p:txBody>
      </p:sp>
      <p:pic>
        <p:nvPicPr>
          <p:cNvPr id="8" name="תמונה 7">
            <a:extLst>
              <a:ext uri="{FF2B5EF4-FFF2-40B4-BE49-F238E27FC236}">
                <a16:creationId xmlns:a16="http://schemas.microsoft.com/office/drawing/2014/main" id="{3459AD82-E190-52D2-618F-9DBA85FD1E2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05090" y="126288"/>
            <a:ext cx="1150478" cy="1454727"/>
          </a:xfrm>
          <a:prstGeom prst="rect">
            <a:avLst/>
          </a:prstGeom>
        </p:spPr>
      </p:pic>
    </p:spTree>
    <p:extLst>
      <p:ext uri="{BB962C8B-B14F-4D97-AF65-F5344CB8AC3E}">
        <p14:creationId xmlns:p14="http://schemas.microsoft.com/office/powerpoint/2010/main" val="35657969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93877" y="757318"/>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1411757" y="65133"/>
            <a:ext cx="10430520" cy="692185"/>
          </a:xfrm>
        </p:spPr>
        <p:txBody>
          <a:bodyPr/>
          <a:lstStyle/>
          <a:p>
            <a:pPr algn="r"/>
            <a:r>
              <a:rPr lang="he-IL" sz="3200" dirty="0"/>
              <a:t>התערבות ויישום:</a:t>
            </a:r>
            <a:br>
              <a:rPr lang="he-IL" sz="3200" dirty="0"/>
            </a:br>
            <a:br>
              <a:rPr lang="he-IL" sz="3200" dirty="0"/>
            </a:br>
            <a:r>
              <a:rPr lang="he-IL" sz="3200" dirty="0"/>
              <a:t> פעילות בנושאים נוספים (לבחירה)</a:t>
            </a:r>
            <a:endParaRPr lang="he-IL" sz="1800" dirty="0">
              <a:solidFill>
                <a:schemeClr val="accent1">
                  <a:lumMod val="60000"/>
                  <a:lumOff val="40000"/>
                </a:schemeClr>
              </a:solidFill>
            </a:endParaRPr>
          </a:p>
        </p:txBody>
      </p:sp>
      <p:sp>
        <p:nvSpPr>
          <p:cNvPr id="4" name="Content Placeholder 3"/>
          <p:cNvSpPr>
            <a:spLocks noGrp="1"/>
          </p:cNvSpPr>
          <p:nvPr>
            <p:ph idx="1"/>
          </p:nvPr>
        </p:nvSpPr>
        <p:spPr>
          <a:xfrm>
            <a:off x="1919678" y="1875246"/>
            <a:ext cx="9653616" cy="3822536"/>
          </a:xfrm>
        </p:spPr>
        <p:txBody>
          <a:bodyPr/>
          <a:lstStyle/>
          <a:p>
            <a:pPr marL="457200" indent="-457200" algn="r" rtl="1">
              <a:lnSpc>
                <a:spcPct val="150000"/>
              </a:lnSpc>
              <a:spcAft>
                <a:spcPts val="0"/>
              </a:spcAft>
              <a:buFont typeface="Wingdings" panose="05000000000000000000" pitchFamily="2" charset="2"/>
              <a:buChar char="q"/>
            </a:pPr>
            <a:r>
              <a:rPr lang="he-IL" sz="1800" b="1" dirty="0">
                <a:solidFill>
                  <a:srgbClr val="000000"/>
                </a:solidFill>
                <a:latin typeface="Arial" panose="020B0604020202020204" pitchFamily="34" charset="0"/>
              </a:rPr>
              <a:t> </a:t>
            </a:r>
            <a:r>
              <a:rPr lang="he-IL" sz="2000" b="1" dirty="0">
                <a:solidFill>
                  <a:srgbClr val="000000"/>
                </a:solidFill>
                <a:latin typeface="Arial" panose="020B0604020202020204" pitchFamily="34" charset="0"/>
                <a:cs typeface="Arial" panose="020B0604020202020204" pitchFamily="34" charset="0"/>
              </a:rPr>
              <a:t>עדכון נוהל – הכנסת </a:t>
            </a:r>
            <a:r>
              <a:rPr lang="en-US" sz="2000" b="1" dirty="0">
                <a:solidFill>
                  <a:srgbClr val="000000"/>
                </a:solidFill>
                <a:latin typeface="Arial" panose="020B0604020202020204" pitchFamily="34" charset="0"/>
                <a:cs typeface="Arial" panose="020B0604020202020204" pitchFamily="34" charset="0"/>
              </a:rPr>
              <a:t>VAP</a:t>
            </a:r>
            <a:r>
              <a:rPr lang="he-IL" sz="2000" b="1" dirty="0">
                <a:solidFill>
                  <a:srgbClr val="000000"/>
                </a:solidFill>
                <a:latin typeface="Arial" panose="020B0604020202020204" pitchFamily="34" charset="0"/>
                <a:cs typeface="Arial" panose="020B0604020202020204" pitchFamily="34" charset="0"/>
                <a:hlinkClick r:id="rId2" action="ppaction://hlinkfile"/>
              </a:rPr>
              <a:t>. </a:t>
            </a:r>
            <a:r>
              <a:rPr lang="en-US" sz="2000" b="1" dirty="0">
                <a:solidFill>
                  <a:srgbClr val="000000"/>
                </a:solidFill>
                <a:latin typeface="Arial" panose="020B0604020202020204" pitchFamily="34" charset="0"/>
                <a:cs typeface="Arial" panose="020B0604020202020204" pitchFamily="34" charset="0"/>
                <a:hlinkClick r:id="rId2" action="ppaction://hlinkfile"/>
              </a:rPr>
              <a:t>F:\</a:t>
            </a:r>
            <a:r>
              <a:rPr lang="he-IL" sz="2000" b="1" dirty="0">
                <a:solidFill>
                  <a:srgbClr val="000000"/>
                </a:solidFill>
                <a:latin typeface="Arial" panose="020B0604020202020204" pitchFamily="34" charset="0"/>
                <a:cs typeface="Arial" panose="020B0604020202020204" pitchFamily="34" charset="0"/>
                <a:hlinkClick r:id="rId2" action="ppaction://hlinkfile"/>
              </a:rPr>
              <a:t>נהלים\סיוע נשימתי</a:t>
            </a:r>
            <a:r>
              <a:rPr lang="he-IL" sz="2000" b="1" dirty="0">
                <a:solidFill>
                  <a:srgbClr val="000000"/>
                </a:solidFill>
                <a:latin typeface="Arial" panose="020B0604020202020204" pitchFamily="34" charset="0"/>
                <a:cs typeface="Arial" panose="020B0604020202020204" pitchFamily="34" charset="0"/>
              </a:rPr>
              <a:t>   - (</a:t>
            </a:r>
            <a:r>
              <a:rPr lang="he-IL" sz="2000" dirty="0">
                <a:latin typeface="Arial" panose="020B0604020202020204" pitchFamily="34" charset="0"/>
                <a:cs typeface="Arial" panose="020B0604020202020204" pitchFamily="34" charset="0"/>
              </a:rPr>
              <a:t>נספח מספר 7)</a:t>
            </a:r>
            <a:endParaRPr lang="he-IL" sz="2000" b="1" dirty="0">
              <a:solidFill>
                <a:srgbClr val="000000"/>
              </a:solidFill>
              <a:latin typeface="Arial" panose="020B0604020202020204" pitchFamily="34" charset="0"/>
              <a:cs typeface="Arial" panose="020B0604020202020204" pitchFamily="34" charset="0"/>
            </a:endParaRPr>
          </a:p>
          <a:p>
            <a:pPr marL="457200" indent="-457200"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cs typeface="Arial" panose="020B0604020202020204" pitchFamily="34" charset="0"/>
              </a:rPr>
              <a:t>עדכון מדיניות שליחת בדיקות </a:t>
            </a:r>
            <a:r>
              <a:rPr lang="he-IL" sz="2000" b="1" dirty="0" err="1">
                <a:solidFill>
                  <a:srgbClr val="000000"/>
                </a:solidFill>
                <a:latin typeface="Arial" panose="020B0604020202020204" pitchFamily="34" charset="0"/>
                <a:cs typeface="Arial" panose="020B0604020202020204" pitchFamily="34" charset="0"/>
              </a:rPr>
              <a:t>מעבדהו</a:t>
            </a:r>
            <a:r>
              <a:rPr lang="he-IL" sz="2000" b="1" dirty="0">
                <a:solidFill>
                  <a:srgbClr val="000000"/>
                </a:solidFill>
                <a:latin typeface="Arial" panose="020B0604020202020204" pitchFamily="34" charset="0"/>
                <a:cs typeface="Arial" panose="020B0604020202020204" pitchFamily="34" charset="0"/>
              </a:rPr>
              <a:t> הטמעת שימוש </a:t>
            </a:r>
            <a:r>
              <a:rPr lang="he-IL" sz="2000" b="1" dirty="0" err="1">
                <a:solidFill>
                  <a:srgbClr val="000000"/>
                </a:solidFill>
                <a:latin typeface="Arial" panose="020B0604020202020204" pitchFamily="34" charset="0"/>
                <a:cs typeface="Arial" panose="020B0604020202020204" pitchFamily="34" charset="0"/>
              </a:rPr>
              <a:t>בסליד</a:t>
            </a:r>
            <a:r>
              <a:rPr lang="he-IL" sz="2000" b="1" dirty="0">
                <a:solidFill>
                  <a:srgbClr val="000000"/>
                </a:solidFill>
                <a:latin typeface="Arial" panose="020B0604020202020204" pitchFamily="34" charset="0"/>
                <a:cs typeface="Arial" panose="020B0604020202020204" pitchFamily="34" charset="0"/>
              </a:rPr>
              <a:t> לקיחת שתן לתרבית- </a:t>
            </a:r>
            <a:r>
              <a:rPr lang="he-IL" sz="2000" b="1" dirty="0">
                <a:solidFill>
                  <a:srgbClr val="000000"/>
                </a:solidFill>
                <a:latin typeface="Arial" panose="020B0604020202020204" pitchFamily="34" charset="0"/>
                <a:cs typeface="Arial" panose="020B0604020202020204" pitchFamily="34" charset="0"/>
                <a:hlinkClick r:id="rId3" action="ppaction://hlinkfile">
                  <a:extLst>
                    <a:ext uri="{A12FA001-AC4F-418D-AE19-62706E023703}">
                      <ahyp:hlinkClr xmlns:ahyp="http://schemas.microsoft.com/office/drawing/2018/hyperlinkcolor" val="tx"/>
                    </a:ext>
                  </a:extLst>
                </a:hlinkClick>
              </a:rPr>
              <a:t>..\..\..\..\נהלים\מעבדה\בית הדר חוברת בדיקות מעבדה 5-2-2023.</a:t>
            </a:r>
            <a:r>
              <a:rPr lang="en-US" sz="2000" b="1" dirty="0">
                <a:solidFill>
                  <a:srgbClr val="000000"/>
                </a:solidFill>
                <a:latin typeface="Arial" panose="020B0604020202020204" pitchFamily="34" charset="0"/>
                <a:cs typeface="Arial" panose="020B0604020202020204" pitchFamily="34" charset="0"/>
                <a:hlinkClick r:id="rId3" action="ppaction://hlinkfile">
                  <a:extLst>
                    <a:ext uri="{A12FA001-AC4F-418D-AE19-62706E023703}">
                      <ahyp:hlinkClr xmlns:ahyp="http://schemas.microsoft.com/office/drawing/2018/hyperlinkcolor" val="tx"/>
                    </a:ext>
                  </a:extLst>
                </a:hlinkClick>
              </a:rPr>
              <a:t>pdf</a:t>
            </a:r>
            <a:endParaRPr lang="he-IL" sz="2000" b="1" dirty="0">
              <a:solidFill>
                <a:srgbClr val="000000"/>
              </a:solidFill>
              <a:latin typeface="Arial" panose="020B0604020202020204" pitchFamily="34" charset="0"/>
              <a:cs typeface="Arial" panose="020B0604020202020204" pitchFamily="34" charset="0"/>
            </a:endParaRPr>
          </a:p>
          <a:p>
            <a:pPr marL="457200" indent="-457200"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cs typeface="Arial" panose="020B0604020202020204" pitchFamily="34" charset="0"/>
              </a:rPr>
              <a:t>ניטור רציף </a:t>
            </a:r>
            <a:r>
              <a:rPr lang="he-IL" sz="2000" b="1" dirty="0" err="1">
                <a:solidFill>
                  <a:srgbClr val="000000"/>
                </a:solidFill>
                <a:latin typeface="Arial" panose="020B0604020202020204" pitchFamily="34" charset="0"/>
                <a:cs typeface="Arial" panose="020B0604020202020204" pitchFamily="34" charset="0"/>
              </a:rPr>
              <a:t>ואומדן</a:t>
            </a:r>
            <a:r>
              <a:rPr lang="he-IL" sz="2000" b="1" dirty="0">
                <a:solidFill>
                  <a:srgbClr val="000000"/>
                </a:solidFill>
                <a:latin typeface="Arial" panose="020B0604020202020204" pitchFamily="34" charset="0"/>
                <a:cs typeface="Arial" panose="020B0604020202020204" pitchFamily="34" charset="0"/>
              </a:rPr>
              <a:t> הצורך בצנתר שתן קבוע למניעת </a:t>
            </a:r>
            <a:r>
              <a:rPr lang="en-US" sz="2000" b="1" dirty="0">
                <a:solidFill>
                  <a:srgbClr val="000000"/>
                </a:solidFill>
                <a:latin typeface="Arial" panose="020B0604020202020204" pitchFamily="34" charset="0"/>
                <a:cs typeface="Arial" panose="020B0604020202020204" pitchFamily="34" charset="0"/>
              </a:rPr>
              <a:t>CAUTI</a:t>
            </a:r>
            <a:r>
              <a:rPr lang="he-IL" sz="2000" b="1" dirty="0">
                <a:solidFill>
                  <a:srgbClr val="000000"/>
                </a:solidFill>
                <a:latin typeface="Arial" panose="020B0604020202020204" pitchFamily="34" charset="0"/>
                <a:cs typeface="Arial" panose="020B0604020202020204" pitchFamily="34" charset="0"/>
              </a:rPr>
              <a:t>: </a:t>
            </a:r>
            <a:r>
              <a:rPr lang="he-IL" sz="2000" b="1" dirty="0">
                <a:solidFill>
                  <a:srgbClr val="000000"/>
                </a:solidFill>
                <a:latin typeface="Arial" panose="020B0604020202020204" pitchFamily="34" charset="0"/>
                <a:cs typeface="Arial" panose="020B0604020202020204" pitchFamily="34" charset="0"/>
                <a:hlinkClick r:id="rId4" action="ppaction://hlinkpres?slideindex=1&amp;slidetitle="/>
              </a:rPr>
              <a:t>פוסטר</a:t>
            </a:r>
            <a:br>
              <a:rPr lang="en-US" sz="2000" b="1" dirty="0">
                <a:solidFill>
                  <a:srgbClr val="000000"/>
                </a:solidFill>
                <a:latin typeface="Arial" panose="020B0604020202020204" pitchFamily="34" charset="0"/>
                <a:cs typeface="Arial" panose="020B0604020202020204" pitchFamily="34" charset="0"/>
              </a:rPr>
            </a:br>
            <a:r>
              <a:rPr lang="en-US" sz="2000" b="1" dirty="0">
                <a:solidFill>
                  <a:srgbClr val="000000"/>
                </a:solidFill>
                <a:latin typeface="Arial" panose="020B0604020202020204" pitchFamily="34" charset="0"/>
                <a:cs typeface="Arial" panose="020B0604020202020204" pitchFamily="34" charset="0"/>
                <a:hlinkClick r:id="rId5" action="ppaction://hlinkfile"/>
              </a:rPr>
              <a:t>F:\</a:t>
            </a:r>
            <a:r>
              <a:rPr lang="he-IL" sz="2000" b="1" dirty="0">
                <a:solidFill>
                  <a:srgbClr val="000000"/>
                </a:solidFill>
                <a:latin typeface="Arial" panose="020B0604020202020204" pitchFamily="34" charset="0"/>
                <a:cs typeface="Arial" panose="020B0604020202020204" pitchFamily="34" charset="0"/>
                <a:hlinkClick r:id="rId5" action="ppaction://hlinkfile"/>
              </a:rPr>
              <a:t>נהלים\ניקוזים\הכנסת צנתר לדרכי השתן וטיפול בחולה עם צנתר 1.8.1.</a:t>
            </a:r>
            <a:r>
              <a:rPr lang="en-US" sz="2000" b="1" dirty="0">
                <a:solidFill>
                  <a:srgbClr val="000000"/>
                </a:solidFill>
                <a:latin typeface="Arial" panose="020B0604020202020204" pitchFamily="34" charset="0"/>
                <a:cs typeface="Arial" panose="020B0604020202020204" pitchFamily="34" charset="0"/>
                <a:hlinkClick r:id="rId5" action="ppaction://hlinkfile"/>
              </a:rPr>
              <a:t>doc</a:t>
            </a:r>
            <a:endParaRPr lang="he-IL" sz="2000" b="1" dirty="0">
              <a:solidFill>
                <a:srgbClr val="000000"/>
              </a:solidFill>
              <a:latin typeface="Arial" panose="020B0604020202020204" pitchFamily="34" charset="0"/>
              <a:cs typeface="Arial" panose="020B0604020202020204" pitchFamily="34" charset="0"/>
            </a:endParaRPr>
          </a:p>
          <a:p>
            <a:pPr marL="457200" indent="-457200"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cs typeface="Arial" panose="020B0604020202020204" pitchFamily="34" charset="0"/>
              </a:rPr>
              <a:t>עדכון נוהל – צנתרים מרכזיים כולל תיעוד במערכת ממוחשבת ובניית ערכה ייעודית להחדרת עירוי מרכזי, רכישת קיבוע ייעודי לעירוי מרכזי ואשכול למניעת </a:t>
            </a:r>
            <a:r>
              <a:rPr lang="en-US" sz="2000" b="1" dirty="0">
                <a:solidFill>
                  <a:srgbClr val="000000"/>
                </a:solidFill>
                <a:latin typeface="Arial" panose="020B0604020202020204" pitchFamily="34" charset="0"/>
                <a:cs typeface="Arial" panose="020B0604020202020204" pitchFamily="34" charset="0"/>
              </a:rPr>
              <a:t>CLABSI</a:t>
            </a:r>
            <a:r>
              <a:rPr lang="he-IL" sz="2000" b="1" dirty="0">
                <a:solidFill>
                  <a:srgbClr val="000000"/>
                </a:solidFill>
                <a:latin typeface="Arial" panose="020B0604020202020204" pitchFamily="34" charset="0"/>
                <a:cs typeface="Arial" panose="020B0604020202020204" pitchFamily="34" charset="0"/>
              </a:rPr>
              <a:t>: </a:t>
            </a:r>
            <a:r>
              <a:rPr lang="he-IL" sz="2000" b="1" dirty="0">
                <a:solidFill>
                  <a:srgbClr val="000000"/>
                </a:solidFill>
                <a:latin typeface="Arial" panose="020B0604020202020204" pitchFamily="34" charset="0"/>
                <a:cs typeface="Arial" panose="020B0604020202020204" pitchFamily="34" charset="0"/>
                <a:hlinkClick r:id="rId6" action="ppaction://hlinkfile"/>
              </a:rPr>
              <a:t>נוהל מס' 1.2.1</a:t>
            </a:r>
            <a:r>
              <a:rPr lang="he-IL" sz="2000" b="1" dirty="0">
                <a:solidFill>
                  <a:srgbClr val="000000"/>
                </a:solidFill>
                <a:latin typeface="Arial" panose="020B0604020202020204" pitchFamily="34" charset="0"/>
                <a:cs typeface="Arial" panose="020B0604020202020204" pitchFamily="34" charset="0"/>
              </a:rPr>
              <a:t>  (עמוד 18-19).</a:t>
            </a:r>
          </a:p>
          <a:p>
            <a:pPr marL="0" indent="0" algn="r" rtl="1">
              <a:lnSpc>
                <a:spcPct val="150000"/>
              </a:lnSpc>
              <a:spcAft>
                <a:spcPts val="0"/>
              </a:spcAft>
            </a:pPr>
            <a:r>
              <a:rPr lang="he-IL" sz="2000" dirty="0">
                <a:solidFill>
                  <a:srgbClr val="002060"/>
                </a:solidFill>
                <a:latin typeface="Arial" panose="020B0604020202020204" pitchFamily="34" charset="0"/>
                <a:ea typeface="Times New Roman" panose="02020603050405020304" pitchFamily="18" charset="0"/>
                <a:cs typeface="Arial" panose="020B0604020202020204" pitchFamily="34" charset="0"/>
              </a:rPr>
              <a:t> </a:t>
            </a:r>
          </a:p>
          <a:p>
            <a:pPr algn="r" rtl="1">
              <a:lnSpc>
                <a:spcPct val="150000"/>
              </a:lnSpc>
              <a:spcAft>
                <a:spcPts val="0"/>
              </a:spcAft>
            </a:pPr>
            <a:endParaRPr lang="en-US" sz="1800" dirty="0">
              <a:ea typeface="Times New Roman" panose="02020603050405020304" pitchFamily="18" charset="0"/>
            </a:endParaRPr>
          </a:p>
          <a:p>
            <a:pPr algn="r"/>
            <a:endParaRPr lang="he-IL" dirty="0"/>
          </a:p>
        </p:txBody>
      </p:sp>
      <p:sp>
        <p:nvSpPr>
          <p:cNvPr id="5" name="מציין מיקום של כותרת תחתונה 4">
            <a:extLst>
              <a:ext uri="{FF2B5EF4-FFF2-40B4-BE49-F238E27FC236}">
                <a16:creationId xmlns:a16="http://schemas.microsoft.com/office/drawing/2014/main" id="{070B8363-0835-B28F-2F98-940A3F6B133B}"/>
              </a:ext>
            </a:extLst>
          </p:cNvPr>
          <p:cNvSpPr>
            <a:spLocks noGrp="1"/>
          </p:cNvSpPr>
          <p:nvPr>
            <p:ph type="ftr" sz="quarter" idx="11"/>
          </p:nvPr>
        </p:nvSpPr>
        <p:spPr/>
        <p:txBody>
          <a:bodyPr/>
          <a:lstStyle/>
          <a:p>
            <a:pPr>
              <a:defRPr/>
            </a:pPr>
            <a:r>
              <a:rPr lang="he-IL" dirty="0">
                <a:solidFill>
                  <a:srgbClr val="002776"/>
                </a:solidFill>
              </a:rPr>
              <a:t>בית הדר מרכז רפואה סיעוד ושיקום </a:t>
            </a:r>
            <a:endParaRPr lang="en-GB" dirty="0">
              <a:solidFill>
                <a:srgbClr val="002776"/>
              </a:solidFill>
            </a:endParaRPr>
          </a:p>
        </p:txBody>
      </p:sp>
      <p:sp>
        <p:nvSpPr>
          <p:cNvPr id="6" name="מציין מיקום של מספר שקופית 5">
            <a:extLst>
              <a:ext uri="{FF2B5EF4-FFF2-40B4-BE49-F238E27FC236}">
                <a16:creationId xmlns:a16="http://schemas.microsoft.com/office/drawing/2014/main" id="{0BBBE9F8-4883-5498-918A-F808A9F8906E}"/>
              </a:ext>
            </a:extLst>
          </p:cNvPr>
          <p:cNvSpPr>
            <a:spLocks noGrp="1"/>
          </p:cNvSpPr>
          <p:nvPr>
            <p:ph type="sldNum" sz="quarter" idx="10"/>
          </p:nvPr>
        </p:nvSpPr>
        <p:spPr/>
        <p:txBody>
          <a:bodyPr/>
          <a:lstStyle/>
          <a:p>
            <a:fld id="{1FD32C8D-3C3C-4A9C-83E3-1121F7D962C2}" type="slidenum">
              <a:rPr lang="en-GB" smtClean="0">
                <a:solidFill>
                  <a:srgbClr val="002776"/>
                </a:solidFill>
              </a:rPr>
              <a:pPr/>
              <a:t>25</a:t>
            </a:fld>
            <a:endParaRPr lang="en-GB" dirty="0">
              <a:solidFill>
                <a:srgbClr val="002776"/>
              </a:solidFill>
            </a:endParaRPr>
          </a:p>
        </p:txBody>
      </p:sp>
      <p:pic>
        <p:nvPicPr>
          <p:cNvPr id="7" name="תמונה 6">
            <a:extLst>
              <a:ext uri="{FF2B5EF4-FFF2-40B4-BE49-F238E27FC236}">
                <a16:creationId xmlns:a16="http://schemas.microsoft.com/office/drawing/2014/main" id="{24D5F61F-2F0B-1F5C-3B73-3B8DF651B85B}"/>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349723" y="160333"/>
            <a:ext cx="1150478" cy="1454727"/>
          </a:xfrm>
          <a:prstGeom prst="rect">
            <a:avLst/>
          </a:prstGeom>
        </p:spPr>
      </p:pic>
    </p:spTree>
    <p:extLst>
      <p:ext uri="{BB962C8B-B14F-4D97-AF65-F5344CB8AC3E}">
        <p14:creationId xmlns:p14="http://schemas.microsoft.com/office/powerpoint/2010/main" val="27216393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93877" y="757318"/>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1411757" y="65133"/>
            <a:ext cx="10430520" cy="692185"/>
          </a:xfrm>
        </p:spPr>
        <p:txBody>
          <a:bodyPr/>
          <a:lstStyle/>
          <a:p>
            <a:pPr algn="r"/>
            <a:r>
              <a:rPr lang="he-IL" sz="3200" dirty="0"/>
              <a:t>התערבות ויישום:</a:t>
            </a:r>
            <a:br>
              <a:rPr lang="he-IL" sz="3200" dirty="0"/>
            </a:br>
            <a:br>
              <a:rPr lang="he-IL" sz="3200" dirty="0"/>
            </a:br>
            <a:r>
              <a:rPr lang="he-IL" sz="3200" dirty="0"/>
              <a:t> פעילות בנושאים נוספים (לבחירה)</a:t>
            </a:r>
            <a:endParaRPr lang="he-IL" sz="1800" dirty="0">
              <a:solidFill>
                <a:schemeClr val="accent1">
                  <a:lumMod val="60000"/>
                  <a:lumOff val="40000"/>
                </a:schemeClr>
              </a:solidFill>
            </a:endParaRPr>
          </a:p>
        </p:txBody>
      </p:sp>
      <p:sp>
        <p:nvSpPr>
          <p:cNvPr id="4" name="Content Placeholder 3"/>
          <p:cNvSpPr>
            <a:spLocks noGrp="1"/>
          </p:cNvSpPr>
          <p:nvPr>
            <p:ph idx="1"/>
          </p:nvPr>
        </p:nvSpPr>
        <p:spPr>
          <a:xfrm>
            <a:off x="1835517" y="1508438"/>
            <a:ext cx="9653616" cy="4683682"/>
          </a:xfrm>
        </p:spPr>
        <p:txBody>
          <a:bodyPr/>
          <a:lstStyle/>
          <a:p>
            <a:pPr marL="457200" indent="-457200"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סדנת תצפיות להיגיינת ידיים במספר מועדים </a:t>
            </a:r>
            <a:r>
              <a:rPr lang="he-IL" sz="1600" b="1" dirty="0">
                <a:solidFill>
                  <a:srgbClr val="FF0000"/>
                </a:solidFill>
                <a:latin typeface="Arial" panose="020B0604020202020204" pitchFamily="34" charset="0"/>
              </a:rPr>
              <a:t>(וילנה </a:t>
            </a:r>
            <a:r>
              <a:rPr lang="he-IL" sz="1600" b="1" dirty="0" err="1">
                <a:solidFill>
                  <a:srgbClr val="FF0000"/>
                </a:solidFill>
                <a:latin typeface="Arial" panose="020B0604020202020204" pitchFamily="34" charset="0"/>
              </a:rPr>
              <a:t>שבידנקו</a:t>
            </a:r>
            <a:r>
              <a:rPr lang="he-IL" sz="1600" b="1" dirty="0">
                <a:solidFill>
                  <a:srgbClr val="FF0000"/>
                </a:solidFill>
                <a:latin typeface="Arial" panose="020B0604020202020204" pitchFamily="34" charset="0"/>
              </a:rPr>
              <a:t> – שיקום , סבטלנה מקריב – מונשמים ג', אירה </a:t>
            </a:r>
            <a:r>
              <a:rPr lang="he-IL" sz="1600" b="1" dirty="0" err="1">
                <a:solidFill>
                  <a:srgbClr val="FF0000"/>
                </a:solidFill>
                <a:latin typeface="Arial" panose="020B0604020202020204" pitchFamily="34" charset="0"/>
              </a:rPr>
              <a:t>גירשיק</a:t>
            </a:r>
            <a:r>
              <a:rPr lang="he-IL" sz="1600" b="1" dirty="0">
                <a:solidFill>
                  <a:srgbClr val="FF0000"/>
                </a:solidFill>
                <a:latin typeface="Arial" panose="020B0604020202020204" pitchFamily="34" charset="0"/>
              </a:rPr>
              <a:t> – מונשמים א, אושרה תירוש- הנהלת סיעוד, </a:t>
            </a:r>
          </a:p>
          <a:p>
            <a:pPr marL="457200" indent="-457200"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השתתפות בפורום מניעת זיהומים ארצי והפעלת פורום נאמני נושא פנימי בקבוצת </a:t>
            </a:r>
            <a:r>
              <a:rPr lang="he-IL" sz="2000" b="1" dirty="0" err="1">
                <a:solidFill>
                  <a:srgbClr val="000000"/>
                </a:solidFill>
                <a:latin typeface="Arial" panose="020B0604020202020204" pitchFamily="34" charset="0"/>
              </a:rPr>
              <a:t>וואטסאפ</a:t>
            </a:r>
            <a:r>
              <a:rPr lang="he-IL" sz="2000" b="1" dirty="0">
                <a:solidFill>
                  <a:srgbClr val="000000"/>
                </a:solidFill>
                <a:latin typeface="Arial" panose="020B0604020202020204" pitchFamily="34" charset="0"/>
              </a:rPr>
              <a:t>. </a:t>
            </a:r>
          </a:p>
          <a:p>
            <a:pPr marL="457200" indent="-457200"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קמפיין – קידום בריאות הרתמות של סטודנטים ממכללת אשקלון ובי"ח ברזילי לפרויקט תצפיות היגיינת ידיים. </a:t>
            </a:r>
          </a:p>
          <a:p>
            <a:pPr marL="457200" indent="-457200"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שפעת – קידום ועידוד להתחסנות ( את מדדי ההתחסנות בקרב צוות ) 33.9% מתחסנים בקרב הצוות . </a:t>
            </a:r>
          </a:p>
          <a:p>
            <a:pPr marL="457200" indent="-457200"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כולל עדכון נוהל בריאות עובד :</a:t>
            </a:r>
            <a:r>
              <a:rPr lang="he-IL" sz="1400" b="1" dirty="0">
                <a:solidFill>
                  <a:srgbClr val="000000"/>
                </a:solidFill>
                <a:latin typeface="Arial" panose="020B0604020202020204" pitchFamily="34" charset="0"/>
                <a:hlinkClick r:id="rId2" action="ppaction://hlinkfile"/>
              </a:rPr>
              <a:t>נוהל בריאות העובד 1.10.8</a:t>
            </a:r>
            <a:endParaRPr lang="en-US" sz="1400" b="1" dirty="0">
              <a:solidFill>
                <a:srgbClr val="000000"/>
              </a:solidFill>
              <a:latin typeface="Arial" panose="020B0604020202020204" pitchFamily="34" charset="0"/>
            </a:endParaRPr>
          </a:p>
          <a:p>
            <a:pPr marL="457200" indent="-457200" algn="r" rtl="1">
              <a:lnSpc>
                <a:spcPct val="150000"/>
              </a:lnSpc>
              <a:spcAft>
                <a:spcPts val="0"/>
              </a:spcAft>
              <a:buFont typeface="Wingdings" panose="05000000000000000000" pitchFamily="2" charset="2"/>
              <a:buChar char="q"/>
            </a:pPr>
            <a:r>
              <a:rPr lang="he-IL" sz="2000" b="1" dirty="0">
                <a:solidFill>
                  <a:srgbClr val="000000"/>
                </a:solidFill>
                <a:latin typeface="Arial" panose="020B0604020202020204" pitchFamily="34" charset="0"/>
              </a:rPr>
              <a:t>ניתוח אירועים של דקירות מחפצים חדים : </a:t>
            </a:r>
            <a:r>
              <a:rPr lang="he-IL" sz="1400" b="1" dirty="0">
                <a:solidFill>
                  <a:srgbClr val="000000"/>
                </a:solidFill>
                <a:latin typeface="Arial" panose="020B0604020202020204" pitchFamily="34" charset="0"/>
                <a:hlinkClick r:id="rId3" action="ppaction://hlinkfile"/>
              </a:rPr>
              <a:t>..\..\בריאות העובד\אירועים חריגים בריאות העובד\ריכוז נתוני אירועים חריגים צוות.</a:t>
            </a:r>
            <a:r>
              <a:rPr lang="en-US" sz="1400" b="1" dirty="0">
                <a:solidFill>
                  <a:srgbClr val="000000"/>
                </a:solidFill>
                <a:latin typeface="Arial" panose="020B0604020202020204" pitchFamily="34" charset="0"/>
                <a:hlinkClick r:id="rId3" action="ppaction://hlinkfile"/>
              </a:rPr>
              <a:t>xlsx</a:t>
            </a:r>
            <a:endParaRPr lang="en-US" sz="1400" b="1" dirty="0">
              <a:solidFill>
                <a:srgbClr val="000000"/>
              </a:solidFill>
              <a:latin typeface="Arial" panose="020B0604020202020204" pitchFamily="34" charset="0"/>
            </a:endParaRPr>
          </a:p>
          <a:p>
            <a:pPr marL="457200" indent="-457200" algn="r" rtl="1">
              <a:lnSpc>
                <a:spcPct val="150000"/>
              </a:lnSpc>
              <a:spcAft>
                <a:spcPts val="0"/>
              </a:spcAft>
              <a:buFont typeface="Wingdings" panose="05000000000000000000" pitchFamily="2" charset="2"/>
              <a:buChar char="q"/>
            </a:pPr>
            <a:endParaRPr lang="en-US" sz="2000" b="1" dirty="0">
              <a:solidFill>
                <a:srgbClr val="000000"/>
              </a:solidFill>
              <a:latin typeface="Arial" panose="020B0604020202020204" pitchFamily="34" charset="0"/>
            </a:endParaRPr>
          </a:p>
          <a:p>
            <a:pPr marL="457200" indent="-457200" algn="r" rtl="1">
              <a:lnSpc>
                <a:spcPct val="150000"/>
              </a:lnSpc>
              <a:spcAft>
                <a:spcPts val="0"/>
              </a:spcAft>
              <a:buFont typeface="Wingdings" panose="05000000000000000000" pitchFamily="2" charset="2"/>
              <a:buChar char="q"/>
            </a:pPr>
            <a:endParaRPr lang="he-IL" sz="2000" b="1" dirty="0">
              <a:solidFill>
                <a:srgbClr val="000000"/>
              </a:solidFill>
              <a:highlight>
                <a:srgbClr val="FFFF00"/>
              </a:highlight>
              <a:latin typeface="Arial" panose="020B0604020202020204" pitchFamily="34" charset="0"/>
            </a:endParaRPr>
          </a:p>
          <a:p>
            <a:pPr algn="r" rtl="1">
              <a:lnSpc>
                <a:spcPct val="150000"/>
              </a:lnSpc>
              <a:spcAft>
                <a:spcPts val="0"/>
              </a:spcAft>
              <a:buFont typeface="Wingdings" panose="05000000000000000000" pitchFamily="2" charset="2"/>
              <a:buChar char="q"/>
            </a:pPr>
            <a:endParaRPr lang="he-IL" sz="2000" dirty="0"/>
          </a:p>
          <a:p>
            <a:pPr marL="0" indent="0" algn="r" rtl="1">
              <a:lnSpc>
                <a:spcPct val="150000"/>
              </a:lnSpc>
              <a:spcAft>
                <a:spcPts val="0"/>
              </a:spcAft>
            </a:pPr>
            <a:endParaRPr lang="he-IL" sz="2000" dirty="0">
              <a:solidFill>
                <a:srgbClr val="002060"/>
              </a:solidFill>
              <a:ea typeface="Times New Roman" panose="02020603050405020304" pitchFamily="18" charset="0"/>
            </a:endParaRPr>
          </a:p>
          <a:p>
            <a:pPr algn="r" rtl="1">
              <a:lnSpc>
                <a:spcPct val="150000"/>
              </a:lnSpc>
              <a:spcAft>
                <a:spcPts val="0"/>
              </a:spcAft>
            </a:pPr>
            <a:endParaRPr lang="en-US" sz="1800" dirty="0">
              <a:ea typeface="Times New Roman" panose="02020603050405020304" pitchFamily="18" charset="0"/>
            </a:endParaRPr>
          </a:p>
          <a:p>
            <a:pPr algn="r"/>
            <a:endParaRPr lang="he-IL" dirty="0"/>
          </a:p>
        </p:txBody>
      </p:sp>
      <p:sp>
        <p:nvSpPr>
          <p:cNvPr id="5" name="מציין מיקום של כותרת תחתונה 4">
            <a:extLst>
              <a:ext uri="{FF2B5EF4-FFF2-40B4-BE49-F238E27FC236}">
                <a16:creationId xmlns:a16="http://schemas.microsoft.com/office/drawing/2014/main" id="{070B8363-0835-B28F-2F98-940A3F6B133B}"/>
              </a:ext>
            </a:extLst>
          </p:cNvPr>
          <p:cNvSpPr>
            <a:spLocks noGrp="1"/>
          </p:cNvSpPr>
          <p:nvPr>
            <p:ph type="ftr" sz="quarter" idx="11"/>
          </p:nvPr>
        </p:nvSpPr>
        <p:spPr/>
        <p:txBody>
          <a:bodyPr/>
          <a:lstStyle/>
          <a:p>
            <a:pPr>
              <a:defRPr/>
            </a:pPr>
            <a:r>
              <a:rPr lang="he-IL" dirty="0">
                <a:solidFill>
                  <a:srgbClr val="002776"/>
                </a:solidFill>
              </a:rPr>
              <a:t>בית הדר מרכז רפואה סיעוד ושיקום </a:t>
            </a:r>
            <a:endParaRPr lang="en-GB" dirty="0">
              <a:solidFill>
                <a:srgbClr val="002776"/>
              </a:solidFill>
            </a:endParaRPr>
          </a:p>
        </p:txBody>
      </p:sp>
      <p:sp>
        <p:nvSpPr>
          <p:cNvPr id="6" name="מציין מיקום של מספר שקופית 5">
            <a:extLst>
              <a:ext uri="{FF2B5EF4-FFF2-40B4-BE49-F238E27FC236}">
                <a16:creationId xmlns:a16="http://schemas.microsoft.com/office/drawing/2014/main" id="{0BBBE9F8-4883-5498-918A-F808A9F8906E}"/>
              </a:ext>
            </a:extLst>
          </p:cNvPr>
          <p:cNvSpPr>
            <a:spLocks noGrp="1"/>
          </p:cNvSpPr>
          <p:nvPr>
            <p:ph type="sldNum" sz="quarter" idx="10"/>
          </p:nvPr>
        </p:nvSpPr>
        <p:spPr/>
        <p:txBody>
          <a:bodyPr/>
          <a:lstStyle/>
          <a:p>
            <a:fld id="{1FD32C8D-3C3C-4A9C-83E3-1121F7D962C2}" type="slidenum">
              <a:rPr lang="en-GB" smtClean="0">
                <a:solidFill>
                  <a:srgbClr val="002776"/>
                </a:solidFill>
              </a:rPr>
              <a:pPr/>
              <a:t>26</a:t>
            </a:fld>
            <a:endParaRPr lang="en-GB" dirty="0">
              <a:solidFill>
                <a:srgbClr val="002776"/>
              </a:solidFill>
            </a:endParaRPr>
          </a:p>
        </p:txBody>
      </p:sp>
      <p:pic>
        <p:nvPicPr>
          <p:cNvPr id="7" name="תמונה 6">
            <a:extLst>
              <a:ext uri="{FF2B5EF4-FFF2-40B4-BE49-F238E27FC236}">
                <a16:creationId xmlns:a16="http://schemas.microsoft.com/office/drawing/2014/main" id="{24D5F61F-2F0B-1F5C-3B73-3B8DF651B85B}"/>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49723" y="160333"/>
            <a:ext cx="1150478" cy="1454727"/>
          </a:xfrm>
          <a:prstGeom prst="rect">
            <a:avLst/>
          </a:prstGeom>
        </p:spPr>
      </p:pic>
    </p:spTree>
    <p:extLst>
      <p:ext uri="{BB962C8B-B14F-4D97-AF65-F5344CB8AC3E}">
        <p14:creationId xmlns:p14="http://schemas.microsoft.com/office/powerpoint/2010/main" val="13275585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1C70D40-37C3-E014-6AA1-FCBF7BC973DF}"/>
              </a:ext>
            </a:extLst>
          </p:cNvPr>
          <p:cNvSpPr>
            <a:spLocks noGrp="1"/>
          </p:cNvSpPr>
          <p:nvPr>
            <p:ph type="title"/>
          </p:nvPr>
        </p:nvSpPr>
        <p:spPr>
          <a:xfrm>
            <a:off x="4142792" y="160333"/>
            <a:ext cx="7689939" cy="1649806"/>
          </a:xfrm>
        </p:spPr>
        <p:txBody>
          <a:bodyPr/>
          <a:lstStyle/>
          <a:p>
            <a:pPr algn="r" rtl="1"/>
            <a:r>
              <a:rPr lang="he-IL" dirty="0"/>
              <a:t>חיסונים לצוות בבית הדר</a:t>
            </a:r>
            <a:br>
              <a:rPr lang="en-US" dirty="0"/>
            </a:br>
            <a:r>
              <a:rPr lang="he-IL" sz="1400" b="0" dirty="0">
                <a:hlinkClick r:id="rId2" action="ppaction://hlinkfile"/>
              </a:rPr>
              <a:t>חיסוני קורונה עובדים </a:t>
            </a:r>
            <a:r>
              <a:rPr lang="he-IL" sz="1400" b="0" dirty="0"/>
              <a:t>,</a:t>
            </a:r>
            <a:br>
              <a:rPr lang="en-US" sz="1400" b="0" dirty="0"/>
            </a:br>
            <a:r>
              <a:rPr lang="he-IL" sz="1400" b="0" dirty="0"/>
              <a:t> </a:t>
            </a:r>
            <a:r>
              <a:rPr lang="he-IL" sz="1400" b="0" dirty="0">
                <a:hlinkClick r:id="rId3" action="ppaction://hlinkfile"/>
              </a:rPr>
              <a:t>מעקב חיסוני קורונה מטופלים</a:t>
            </a:r>
            <a:r>
              <a:rPr lang="he-IL" sz="1400" b="0" dirty="0"/>
              <a:t>, </a:t>
            </a:r>
            <a:br>
              <a:rPr lang="en-US" sz="1400" b="0" dirty="0"/>
            </a:br>
            <a:r>
              <a:rPr lang="he-IL" sz="1400" b="0" dirty="0">
                <a:hlinkClick r:id="rId4" action="ppaction://hlinkfile"/>
              </a:rPr>
              <a:t>..\..\..\..\מזכירות\מזכירות רפואיות\חיסוני שפעת\חיסוני שפעת עובדים 2022\חיסוני שפעת עובדים2022.</a:t>
            </a:r>
            <a:r>
              <a:rPr lang="en-US" sz="1400" b="0" dirty="0">
                <a:hlinkClick r:id="rId4" action="ppaction://hlinkfile"/>
              </a:rPr>
              <a:t>xlsx</a:t>
            </a:r>
            <a:br>
              <a:rPr lang="en-US" dirty="0"/>
            </a:br>
            <a:r>
              <a:rPr lang="he-IL" dirty="0"/>
              <a:t> </a:t>
            </a:r>
            <a:endParaRPr lang="en-US" dirty="0"/>
          </a:p>
        </p:txBody>
      </p:sp>
      <p:pic>
        <p:nvPicPr>
          <p:cNvPr id="6" name="מציין מיקום תוכן 5">
            <a:extLst>
              <a:ext uri="{FF2B5EF4-FFF2-40B4-BE49-F238E27FC236}">
                <a16:creationId xmlns:a16="http://schemas.microsoft.com/office/drawing/2014/main" id="{10DE93D7-215C-9ECD-3565-8E4CF77B793F}"/>
              </a:ext>
            </a:extLst>
          </p:cNvPr>
          <p:cNvPicPr>
            <a:picLocks noGrp="1" noChangeAspect="1"/>
          </p:cNvPicPr>
          <p:nvPr>
            <p:ph idx="1"/>
          </p:nvPr>
        </p:nvPicPr>
        <p:blipFill>
          <a:blip r:embed="rId5"/>
          <a:stretch>
            <a:fillRect/>
          </a:stretch>
        </p:blipFill>
        <p:spPr>
          <a:xfrm>
            <a:off x="234744" y="639912"/>
            <a:ext cx="3908048" cy="5219700"/>
          </a:xfrm>
        </p:spPr>
      </p:pic>
      <p:sp>
        <p:nvSpPr>
          <p:cNvPr id="4" name="מציין מיקום של מספר שקופית 3">
            <a:extLst>
              <a:ext uri="{FF2B5EF4-FFF2-40B4-BE49-F238E27FC236}">
                <a16:creationId xmlns:a16="http://schemas.microsoft.com/office/drawing/2014/main" id="{CF666D4F-7749-2AA3-72C9-652BD6080D3E}"/>
              </a:ext>
            </a:extLst>
          </p:cNvPr>
          <p:cNvSpPr>
            <a:spLocks noGrp="1"/>
          </p:cNvSpPr>
          <p:nvPr>
            <p:ph type="sldNum" sz="quarter" idx="10"/>
          </p:nvPr>
        </p:nvSpPr>
        <p:spPr/>
        <p:txBody>
          <a:bodyPr/>
          <a:lstStyle/>
          <a:p>
            <a:fld id="{1FD32C8D-3C3C-4A9C-83E3-1121F7D962C2}" type="slidenum">
              <a:rPr lang="en-GB" smtClean="0">
                <a:solidFill>
                  <a:srgbClr val="002776"/>
                </a:solidFill>
              </a:rPr>
              <a:pPr/>
              <a:t>27</a:t>
            </a:fld>
            <a:endParaRPr lang="en-GB" dirty="0">
              <a:solidFill>
                <a:srgbClr val="002776"/>
              </a:solidFill>
            </a:endParaRPr>
          </a:p>
        </p:txBody>
      </p:sp>
      <p:pic>
        <p:nvPicPr>
          <p:cNvPr id="5" name="תמונה 4">
            <a:extLst>
              <a:ext uri="{FF2B5EF4-FFF2-40B4-BE49-F238E27FC236}">
                <a16:creationId xmlns:a16="http://schemas.microsoft.com/office/drawing/2014/main" id="{43D2BBAD-85AA-1EFA-5AA6-54734726317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42644" y="1831151"/>
            <a:ext cx="6890233" cy="4702629"/>
          </a:xfrm>
          <a:prstGeom prst="rect">
            <a:avLst/>
          </a:prstGeom>
        </p:spPr>
      </p:pic>
      <p:sp>
        <p:nvSpPr>
          <p:cNvPr id="3" name="מציין מיקום של כותרת תחתונה 2">
            <a:extLst>
              <a:ext uri="{FF2B5EF4-FFF2-40B4-BE49-F238E27FC236}">
                <a16:creationId xmlns:a16="http://schemas.microsoft.com/office/drawing/2014/main" id="{02214D82-3314-E3DC-6AE3-E899DC8149CB}"/>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Tree>
    <p:extLst>
      <p:ext uri="{BB962C8B-B14F-4D97-AF65-F5344CB8AC3E}">
        <p14:creationId xmlns:p14="http://schemas.microsoft.com/office/powerpoint/2010/main" val="230566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ACD4102-8203-4E35-9AEB-7BC6E5B50789}"/>
              </a:ext>
            </a:extLst>
          </p:cNvPr>
          <p:cNvSpPr/>
          <p:nvPr/>
        </p:nvSpPr>
        <p:spPr>
          <a:xfrm>
            <a:off x="11673956" y="1581015"/>
            <a:ext cx="262773" cy="772821"/>
          </a:xfrm>
          <a:prstGeom prst="rect">
            <a:avLst/>
          </a:prstGeom>
          <a:solidFill>
            <a:srgbClr val="44C1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Rectangle 9">
            <a:extLst>
              <a:ext uri="{FF2B5EF4-FFF2-40B4-BE49-F238E27FC236}">
                <a16:creationId xmlns:a16="http://schemas.microsoft.com/office/drawing/2014/main" id="{14770F66-451F-4C33-B13C-209D6B071DAD}"/>
              </a:ext>
            </a:extLst>
          </p:cNvPr>
          <p:cNvSpPr/>
          <p:nvPr/>
        </p:nvSpPr>
        <p:spPr>
          <a:xfrm>
            <a:off x="11673956" y="253852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1" name="Rectangle 10">
            <a:extLst>
              <a:ext uri="{FF2B5EF4-FFF2-40B4-BE49-F238E27FC236}">
                <a16:creationId xmlns:a16="http://schemas.microsoft.com/office/drawing/2014/main" id="{2ACBD16B-04E0-43FB-92E1-F6973CB6C93F}"/>
              </a:ext>
            </a:extLst>
          </p:cNvPr>
          <p:cNvSpPr/>
          <p:nvPr/>
        </p:nvSpPr>
        <p:spPr>
          <a:xfrm>
            <a:off x="11673956" y="3496043"/>
            <a:ext cx="262773" cy="772821"/>
          </a:xfrm>
          <a:prstGeom prst="rect">
            <a:avLst/>
          </a:prstGeom>
          <a:solidFill>
            <a:srgbClr val="79BF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2" name="Rectangle 11">
            <a:extLst>
              <a:ext uri="{FF2B5EF4-FFF2-40B4-BE49-F238E27FC236}">
                <a16:creationId xmlns:a16="http://schemas.microsoft.com/office/drawing/2014/main" id="{3962E901-6FC1-4E09-BCCB-883B22F6FD37}"/>
              </a:ext>
            </a:extLst>
          </p:cNvPr>
          <p:cNvSpPr/>
          <p:nvPr/>
        </p:nvSpPr>
        <p:spPr>
          <a:xfrm>
            <a:off x="11673956" y="4453558"/>
            <a:ext cx="262773" cy="772821"/>
          </a:xfrm>
          <a:prstGeom prst="rect">
            <a:avLst/>
          </a:prstGeom>
          <a:solidFill>
            <a:srgbClr val="0D66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6" name="Rectangle 15">
            <a:extLst>
              <a:ext uri="{FF2B5EF4-FFF2-40B4-BE49-F238E27FC236}">
                <a16:creationId xmlns:a16="http://schemas.microsoft.com/office/drawing/2014/main" id="{69FCE582-A478-4C09-9FA3-631C58302D0C}"/>
              </a:ext>
            </a:extLst>
          </p:cNvPr>
          <p:cNvSpPr/>
          <p:nvPr/>
        </p:nvSpPr>
        <p:spPr>
          <a:xfrm>
            <a:off x="11673956" y="5419299"/>
            <a:ext cx="262773" cy="772821"/>
          </a:xfrm>
          <a:prstGeom prst="rect">
            <a:avLst/>
          </a:prstGeom>
          <a:solidFill>
            <a:srgbClr val="7DA2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7" name="Rectangle 5">
            <a:extLst>
              <a:ext uri="{FF2B5EF4-FFF2-40B4-BE49-F238E27FC236}">
                <a16:creationId xmlns:a16="http://schemas.microsoft.com/office/drawing/2014/main" id="{EA64C1B2-4144-48BC-BD0A-F6E2E1E31A1C}"/>
              </a:ext>
            </a:extLst>
          </p:cNvPr>
          <p:cNvSpPr/>
          <p:nvPr/>
        </p:nvSpPr>
        <p:spPr>
          <a:xfrm>
            <a:off x="-2257" y="0"/>
            <a:ext cx="1652952" cy="6858000"/>
          </a:xfrm>
          <a:prstGeom prst="rect">
            <a:avLst/>
          </a:prstGeom>
          <a:gradFill>
            <a:gsLst>
              <a:gs pos="0">
                <a:srgbClr val="96C141">
                  <a:alpha val="68000"/>
                </a:srgbClr>
              </a:gs>
              <a:gs pos="100000">
                <a:srgbClr val="5DC9E4"/>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TextBox 1">
            <a:extLst>
              <a:ext uri="{FF2B5EF4-FFF2-40B4-BE49-F238E27FC236}">
                <a16:creationId xmlns:a16="http://schemas.microsoft.com/office/drawing/2014/main" id="{E1959C7C-C5DF-417B-9235-38CA5DBEC849}"/>
              </a:ext>
            </a:extLst>
          </p:cNvPr>
          <p:cNvSpPr txBox="1"/>
          <p:nvPr/>
        </p:nvSpPr>
        <p:spPr>
          <a:xfrm>
            <a:off x="1683377" y="777611"/>
            <a:ext cx="10508623" cy="568361"/>
          </a:xfrm>
          <a:prstGeom prst="rect">
            <a:avLst/>
          </a:prstGeom>
          <a:solidFill>
            <a:schemeClr val="bg1">
              <a:lumMod val="95000"/>
            </a:schemeClr>
          </a:solidFill>
        </p:spPr>
        <p:txBody>
          <a:bodyPr wrap="square" rtlCol="1">
            <a:spAutoFit/>
          </a:bodyPr>
          <a:lstStyle/>
          <a:p>
            <a:pPr defTabSz="955245" eaLnBrk="0" fontAlgn="base" hangingPunct="0">
              <a:lnSpc>
                <a:spcPct val="150000"/>
              </a:lnSpc>
              <a:spcBef>
                <a:spcPct val="0"/>
              </a:spcBef>
              <a:spcAft>
                <a:spcPts val="288"/>
              </a:spcAft>
            </a:pPr>
            <a:endParaRPr lang="he-IL" sz="23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1568276" y="54990"/>
            <a:ext cx="10430520" cy="1286448"/>
          </a:xfrm>
        </p:spPr>
        <p:txBody>
          <a:bodyPr/>
          <a:lstStyle/>
          <a:p>
            <a:pPr algn="ctr"/>
            <a:br>
              <a:rPr lang="he-IL" sz="3200" dirty="0"/>
            </a:br>
            <a:br>
              <a:rPr lang="he-IL" sz="3200" dirty="0"/>
            </a:br>
            <a:r>
              <a:rPr lang="he-IL" sz="3200" dirty="0"/>
              <a:t> סיכום ומסקנות:</a:t>
            </a:r>
            <a:endParaRPr lang="he-IL" sz="2400" dirty="0">
              <a:solidFill>
                <a:schemeClr val="accent1">
                  <a:lumMod val="60000"/>
                  <a:lumOff val="40000"/>
                </a:schemeClr>
              </a:solidFill>
            </a:endParaRPr>
          </a:p>
        </p:txBody>
      </p:sp>
      <p:sp>
        <p:nvSpPr>
          <p:cNvPr id="4" name="Content Placeholder 3"/>
          <p:cNvSpPr>
            <a:spLocks noGrp="1"/>
          </p:cNvSpPr>
          <p:nvPr>
            <p:ph idx="1"/>
          </p:nvPr>
        </p:nvSpPr>
        <p:spPr>
          <a:xfrm>
            <a:off x="1785257" y="1581015"/>
            <a:ext cx="9683520" cy="4724535"/>
          </a:xfrm>
        </p:spPr>
        <p:txBody>
          <a:bodyPr/>
          <a:lstStyle/>
          <a:p>
            <a:pPr algn="r" rtl="1">
              <a:lnSpc>
                <a:spcPct val="150000"/>
              </a:lnSpc>
              <a:spcAft>
                <a:spcPts val="0"/>
              </a:spcAft>
            </a:pPr>
            <a:endParaRPr lang="he-IL" sz="2000" b="1" dirty="0">
              <a:solidFill>
                <a:srgbClr val="000000"/>
              </a:solidFill>
              <a:latin typeface="Arial" panose="020B0604020202020204" pitchFamily="34" charset="0"/>
            </a:endParaRPr>
          </a:p>
          <a:p>
            <a:pPr algn="r" rtl="1">
              <a:lnSpc>
                <a:spcPct val="150000"/>
              </a:lnSpc>
              <a:spcAft>
                <a:spcPts val="0"/>
              </a:spcAft>
            </a:pPr>
            <a:endParaRPr lang="he-IL" sz="2000" dirty="0"/>
          </a:p>
          <a:p>
            <a:pPr algn="r" rtl="1">
              <a:lnSpc>
                <a:spcPct val="150000"/>
              </a:lnSpc>
              <a:spcAft>
                <a:spcPts val="0"/>
              </a:spcAft>
            </a:pPr>
            <a:r>
              <a:rPr lang="he-IL" sz="2000" dirty="0">
                <a:solidFill>
                  <a:srgbClr val="002060"/>
                </a:solidFill>
                <a:ea typeface="Times New Roman" panose="02020603050405020304" pitchFamily="18" charset="0"/>
              </a:rPr>
              <a:t>  </a:t>
            </a:r>
          </a:p>
          <a:p>
            <a:pPr algn="r" rtl="1">
              <a:lnSpc>
                <a:spcPct val="150000"/>
              </a:lnSpc>
              <a:spcAft>
                <a:spcPts val="0"/>
              </a:spcAft>
            </a:pPr>
            <a:endParaRPr lang="en-US" sz="1800" dirty="0">
              <a:ea typeface="Times New Roman" panose="02020603050405020304" pitchFamily="18" charset="0"/>
            </a:endParaRPr>
          </a:p>
          <a:p>
            <a:pPr algn="r"/>
            <a:endParaRPr lang="he-IL" dirty="0"/>
          </a:p>
        </p:txBody>
      </p:sp>
      <p:sp>
        <p:nvSpPr>
          <p:cNvPr id="6" name="תיבת טקסט 5">
            <a:extLst>
              <a:ext uri="{FF2B5EF4-FFF2-40B4-BE49-F238E27FC236}">
                <a16:creationId xmlns:a16="http://schemas.microsoft.com/office/drawing/2014/main" id="{3F2A6F48-1E82-86C3-D752-48FDE91E4A1A}"/>
              </a:ext>
            </a:extLst>
          </p:cNvPr>
          <p:cNvSpPr txBox="1"/>
          <p:nvPr/>
        </p:nvSpPr>
        <p:spPr>
          <a:xfrm>
            <a:off x="1785256" y="1682169"/>
            <a:ext cx="9579429" cy="3936399"/>
          </a:xfrm>
          <a:prstGeom prst="rect">
            <a:avLst/>
          </a:prstGeom>
          <a:noFill/>
        </p:spPr>
        <p:txBody>
          <a:bodyPr wrap="square">
            <a:spAutoFit/>
          </a:bodyPr>
          <a:lstStyle/>
          <a:p>
            <a:pPr>
              <a:lnSpc>
                <a:spcPct val="200000"/>
              </a:lnSpc>
            </a:pPr>
            <a:r>
              <a:rPr lang="he-IL" sz="2000" b="1" u="sng" dirty="0">
                <a:latin typeface="Arial" panose="020B0604020202020204" pitchFamily="34" charset="0"/>
                <a:cs typeface="Arial" panose="020B0604020202020204" pitchFamily="34" charset="0"/>
              </a:rPr>
              <a:t>יעדים ל-3 שנים  הקרובות (לפי תוכנית עבודה תלת שנתית )</a:t>
            </a:r>
            <a:r>
              <a:rPr lang="en-US" sz="2000" b="1" u="sng" dirty="0">
                <a:latin typeface="Arial" panose="020B0604020202020204" pitchFamily="34" charset="0"/>
                <a:cs typeface="Arial" panose="020B0604020202020204" pitchFamily="34" charset="0"/>
              </a:rPr>
              <a:t>:-</a:t>
            </a:r>
            <a:br>
              <a:rPr lang="en-US" sz="2000" b="1" dirty="0">
                <a:latin typeface="Arial" panose="020B0604020202020204" pitchFamily="34" charset="0"/>
                <a:cs typeface="Arial" panose="020B0604020202020204" pitchFamily="34" charset="0"/>
              </a:rPr>
            </a:br>
            <a:r>
              <a:rPr lang="he-IL" sz="1400" b="1" dirty="0">
                <a:latin typeface="Arial" panose="020B0604020202020204" pitchFamily="34" charset="0"/>
                <a:cs typeface="Arial" panose="020B0604020202020204" pitchFamily="34" charset="0"/>
                <a:hlinkClick r:id="rId2" action="ppaction://hlinkfile"/>
              </a:rPr>
              <a:t>..\</a:t>
            </a:r>
            <a:r>
              <a:rPr lang="he-IL" sz="1400" b="1" dirty="0" err="1">
                <a:latin typeface="Arial" panose="020B0604020202020204" pitchFamily="34" charset="0"/>
                <a:cs typeface="Arial" panose="020B0604020202020204" pitchFamily="34" charset="0"/>
                <a:hlinkClick r:id="rId2" action="ppaction://hlinkfile"/>
              </a:rPr>
              <a:t>חתש</a:t>
            </a:r>
            <a:r>
              <a:rPr lang="he-IL" sz="1400" b="1" dirty="0">
                <a:latin typeface="Arial" panose="020B0604020202020204" pitchFamily="34" charset="0"/>
                <a:cs typeface="Arial" panose="020B0604020202020204" pitchFamily="34" charset="0"/>
                <a:hlinkClick r:id="rId2" action="ppaction://hlinkfile"/>
              </a:rPr>
              <a:t>\2023\2023.</a:t>
            </a:r>
            <a:r>
              <a:rPr lang="en-US" sz="1400" b="1" dirty="0">
                <a:latin typeface="Arial" panose="020B0604020202020204" pitchFamily="34" charset="0"/>
                <a:cs typeface="Arial" panose="020B0604020202020204" pitchFamily="34" charset="0"/>
                <a:hlinkClick r:id="rId2" action="ppaction://hlinkfile"/>
              </a:rPr>
              <a:t>docx</a:t>
            </a:r>
            <a:br>
              <a:rPr lang="en-US" sz="1400" b="1" dirty="0">
                <a:latin typeface="Arial" panose="020B0604020202020204" pitchFamily="34" charset="0"/>
                <a:cs typeface="Arial" panose="020B0604020202020204" pitchFamily="34" charset="0"/>
              </a:rPr>
            </a:br>
            <a:r>
              <a:rPr lang="he-IL" sz="1400" b="1" dirty="0">
                <a:latin typeface="Arial" panose="020B0604020202020204" pitchFamily="34" charset="0"/>
                <a:cs typeface="Arial" panose="020B0604020202020204" pitchFamily="34" charset="0"/>
                <a:hlinkClick r:id="rId3" action="ppaction://hlinkfile"/>
              </a:rPr>
              <a:t>..\</a:t>
            </a:r>
            <a:r>
              <a:rPr lang="he-IL" sz="1400" b="1" dirty="0" err="1">
                <a:latin typeface="Arial" panose="020B0604020202020204" pitchFamily="34" charset="0"/>
                <a:cs typeface="Arial" panose="020B0604020202020204" pitchFamily="34" charset="0"/>
                <a:hlinkClick r:id="rId3" action="ppaction://hlinkfile"/>
              </a:rPr>
              <a:t>חתש</a:t>
            </a:r>
            <a:r>
              <a:rPr lang="he-IL" sz="1400" b="1" dirty="0">
                <a:latin typeface="Arial" panose="020B0604020202020204" pitchFamily="34" charset="0"/>
                <a:cs typeface="Arial" panose="020B0604020202020204" pitchFamily="34" charset="0"/>
                <a:hlinkClick r:id="rId3" action="ppaction://hlinkfile"/>
              </a:rPr>
              <a:t>\2022\2022.</a:t>
            </a:r>
            <a:r>
              <a:rPr lang="en-US" sz="1400" b="1" dirty="0">
                <a:latin typeface="Arial" panose="020B0604020202020204" pitchFamily="34" charset="0"/>
                <a:cs typeface="Arial" panose="020B0604020202020204" pitchFamily="34" charset="0"/>
                <a:hlinkClick r:id="rId3" action="ppaction://hlinkfile"/>
              </a:rPr>
              <a:t>docx</a:t>
            </a:r>
            <a:endParaRPr lang="he-IL" sz="1400" b="1" dirty="0">
              <a:latin typeface="Arial" panose="020B0604020202020204" pitchFamily="34" charset="0"/>
              <a:cs typeface="Arial" panose="020B0604020202020204" pitchFamily="34" charset="0"/>
            </a:endParaRPr>
          </a:p>
          <a:p>
            <a:pPr marL="342900" indent="-342900">
              <a:lnSpc>
                <a:spcPct val="200000"/>
              </a:lnSpc>
              <a:buFont typeface="Wingdings" panose="05000000000000000000" pitchFamily="2" charset="2"/>
              <a:buChar char="q"/>
            </a:pPr>
            <a:r>
              <a:rPr lang="he-IL" sz="2000" b="1" dirty="0">
                <a:latin typeface="Arial" panose="020B0604020202020204" pitchFamily="34" charset="0"/>
                <a:cs typeface="Arial" panose="020B0604020202020204" pitchFamily="34" charset="0"/>
              </a:rPr>
              <a:t>פיתוח כלי בקרה ייעודיים לניקיון כללי ויישומם </a:t>
            </a:r>
          </a:p>
          <a:p>
            <a:pPr marL="342900" indent="-342900">
              <a:lnSpc>
                <a:spcPct val="200000"/>
              </a:lnSpc>
              <a:buFont typeface="Wingdings" panose="05000000000000000000" pitchFamily="2" charset="2"/>
              <a:buChar char="q"/>
            </a:pPr>
            <a:r>
              <a:rPr lang="he-IL" sz="2000" b="1" dirty="0">
                <a:latin typeface="Arial" panose="020B0604020202020204" pitchFamily="34" charset="0"/>
                <a:cs typeface="Arial" panose="020B0604020202020204" pitchFamily="34" charset="0"/>
              </a:rPr>
              <a:t>בקרות על יישום אשכול למניעת </a:t>
            </a:r>
            <a:r>
              <a:rPr lang="en-US" sz="2000" b="1" dirty="0">
                <a:latin typeface="Arial" panose="020B0604020202020204" pitchFamily="34" charset="0"/>
                <a:cs typeface="Arial" panose="020B0604020202020204" pitchFamily="34" charset="0"/>
              </a:rPr>
              <a:t>VAP</a:t>
            </a:r>
            <a:r>
              <a:rPr lang="he-IL" sz="2000" b="1" dirty="0">
                <a:latin typeface="Arial" panose="020B0604020202020204" pitchFamily="34" charset="0"/>
                <a:cs typeface="Arial" panose="020B0604020202020204" pitchFamily="34" charset="0"/>
              </a:rPr>
              <a:t> , </a:t>
            </a:r>
            <a:r>
              <a:rPr lang="en-US" sz="2000" b="1" dirty="0">
                <a:latin typeface="Arial" panose="020B0604020202020204" pitchFamily="34" charset="0"/>
                <a:cs typeface="Arial" panose="020B0604020202020204" pitchFamily="34" charset="0"/>
              </a:rPr>
              <a:t>CAUTI ,KLABSI</a:t>
            </a:r>
          </a:p>
          <a:p>
            <a:pPr marL="342900" indent="-342900">
              <a:lnSpc>
                <a:spcPct val="200000"/>
              </a:lnSpc>
              <a:buFont typeface="Wingdings" panose="05000000000000000000" pitchFamily="2" charset="2"/>
              <a:buChar char="q"/>
            </a:pPr>
            <a:r>
              <a:rPr lang="he-IL" sz="2000" b="1" dirty="0">
                <a:latin typeface="Arial" panose="020B0604020202020204" pitchFamily="34" charset="0"/>
                <a:cs typeface="Arial" panose="020B0604020202020204" pitchFamily="34" charset="0"/>
              </a:rPr>
              <a:t>המשך מעקב אחר המצאות </a:t>
            </a:r>
            <a:r>
              <a:rPr lang="he-IL" sz="2000" b="1" dirty="0" err="1">
                <a:latin typeface="Arial" panose="020B0604020202020204" pitchFamily="34" charset="0"/>
                <a:cs typeface="Arial" panose="020B0604020202020204" pitchFamily="34" charset="0"/>
              </a:rPr>
              <a:t>קטטר</a:t>
            </a:r>
            <a:r>
              <a:rPr lang="he-IL" sz="2000" b="1" dirty="0">
                <a:latin typeface="Arial" panose="020B0604020202020204" pitchFamily="34" charset="0"/>
                <a:cs typeface="Arial" panose="020B0604020202020204" pitchFamily="34" charset="0"/>
              </a:rPr>
              <a:t> שתן בבית הדר .</a:t>
            </a:r>
          </a:p>
          <a:p>
            <a:pPr marL="342900" indent="-342900">
              <a:lnSpc>
                <a:spcPct val="200000"/>
              </a:lnSpc>
              <a:buFont typeface="Wingdings" panose="05000000000000000000" pitchFamily="2" charset="2"/>
              <a:buChar char="q"/>
            </a:pPr>
            <a:r>
              <a:rPr lang="he-IL" sz="2000" b="1" dirty="0">
                <a:latin typeface="Arial" panose="020B0604020202020204" pitchFamily="34" charset="0"/>
                <a:cs typeface="Arial" panose="020B0604020202020204" pitchFamily="34" charset="0"/>
              </a:rPr>
              <a:t>צוות בעל הכשרה למניעת זיהומים </a:t>
            </a:r>
            <a:r>
              <a:rPr lang="he-IL" sz="2000" b="1" dirty="0" err="1">
                <a:latin typeface="Arial" panose="020B0604020202020204" pitchFamily="34" charset="0"/>
                <a:cs typeface="Arial" panose="020B0604020202020204" pitchFamily="34" charset="0"/>
              </a:rPr>
              <a:t>ואורינטציה</a:t>
            </a:r>
            <a:r>
              <a:rPr lang="he-IL" sz="2000" b="1" dirty="0">
                <a:latin typeface="Arial" panose="020B0604020202020204" pitchFamily="34" charset="0"/>
                <a:cs typeface="Arial" panose="020B0604020202020204" pitchFamily="34" charset="0"/>
              </a:rPr>
              <a:t> ללמידה . </a:t>
            </a:r>
          </a:p>
        </p:txBody>
      </p:sp>
      <p:sp>
        <p:nvSpPr>
          <p:cNvPr id="5" name="מציין מיקום של כותרת תחתונה 4">
            <a:extLst>
              <a:ext uri="{FF2B5EF4-FFF2-40B4-BE49-F238E27FC236}">
                <a16:creationId xmlns:a16="http://schemas.microsoft.com/office/drawing/2014/main" id="{A17D55C1-8C0A-69D4-BE2F-155251A7B7D1}"/>
              </a:ext>
            </a:extLst>
          </p:cNvPr>
          <p:cNvSpPr>
            <a:spLocks noGrp="1"/>
          </p:cNvSpPr>
          <p:nvPr>
            <p:ph type="ftr" sz="quarter" idx="11"/>
          </p:nvPr>
        </p:nvSpPr>
        <p:spPr/>
        <p:txBody>
          <a:bodyPr/>
          <a:lstStyle/>
          <a:p>
            <a:pPr>
              <a:defRPr/>
            </a:pPr>
            <a:r>
              <a:rPr lang="he-IL">
                <a:solidFill>
                  <a:srgbClr val="002776"/>
                </a:solidFill>
              </a:rPr>
              <a:t>בית הדר מרכז רפואה סיעוד ושיקום </a:t>
            </a:r>
            <a:endParaRPr lang="en-GB" dirty="0">
              <a:solidFill>
                <a:srgbClr val="002776"/>
              </a:solidFill>
            </a:endParaRPr>
          </a:p>
        </p:txBody>
      </p:sp>
      <p:sp>
        <p:nvSpPr>
          <p:cNvPr id="7" name="מציין מיקום של מספר שקופית 6">
            <a:extLst>
              <a:ext uri="{FF2B5EF4-FFF2-40B4-BE49-F238E27FC236}">
                <a16:creationId xmlns:a16="http://schemas.microsoft.com/office/drawing/2014/main" id="{0B072359-5699-51EF-F231-6D0A8499AA4D}"/>
              </a:ext>
            </a:extLst>
          </p:cNvPr>
          <p:cNvSpPr>
            <a:spLocks noGrp="1"/>
          </p:cNvSpPr>
          <p:nvPr>
            <p:ph type="sldNum" sz="quarter" idx="10"/>
          </p:nvPr>
        </p:nvSpPr>
        <p:spPr/>
        <p:txBody>
          <a:bodyPr/>
          <a:lstStyle/>
          <a:p>
            <a:fld id="{1FD32C8D-3C3C-4A9C-83E3-1121F7D962C2}" type="slidenum">
              <a:rPr lang="en-GB" smtClean="0">
                <a:solidFill>
                  <a:srgbClr val="002776"/>
                </a:solidFill>
              </a:rPr>
              <a:pPr/>
              <a:t>28</a:t>
            </a:fld>
            <a:endParaRPr lang="en-GB" dirty="0">
              <a:solidFill>
                <a:srgbClr val="002776"/>
              </a:solidFill>
            </a:endParaRPr>
          </a:p>
        </p:txBody>
      </p:sp>
      <p:pic>
        <p:nvPicPr>
          <p:cNvPr id="8" name="תמונה 7">
            <a:extLst>
              <a:ext uri="{FF2B5EF4-FFF2-40B4-BE49-F238E27FC236}">
                <a16:creationId xmlns:a16="http://schemas.microsoft.com/office/drawing/2014/main" id="{D777AB0E-ACD0-4F3F-D4E4-AA9DF3AC07F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322872" y="160333"/>
            <a:ext cx="1282066" cy="1454727"/>
          </a:xfrm>
          <a:prstGeom prst="rect">
            <a:avLst/>
          </a:prstGeom>
        </p:spPr>
      </p:pic>
    </p:spTree>
    <p:extLst>
      <p:ext uri="{BB962C8B-B14F-4D97-AF65-F5344CB8AC3E}">
        <p14:creationId xmlns:p14="http://schemas.microsoft.com/office/powerpoint/2010/main" val="71169110"/>
      </p:ext>
    </p:extLst>
  </p:cSld>
  <p:clrMapOvr>
    <a:masterClrMapping/>
  </p:clrMapOvr>
</p:sld>
</file>

<file path=ppt/theme/theme1.xml><?xml version="1.0" encoding="utf-8"?>
<a:theme xmlns:a="http://schemas.openxmlformats.org/drawingml/2006/main" name="24_Blank">
  <a:themeElements>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nSpc>
            <a:spcPct val="100000"/>
          </a:lnSpc>
          <a:defRPr sz="1000" dirty="0" smtClean="0">
            <a:latin typeface="+mn-lt"/>
          </a:defRPr>
        </a:defPPr>
      </a:lstStyle>
    </a:tx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5_Blank">
  <a:themeElements>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fontScheme name="18_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nSpc>
            <a:spcPct val="100000"/>
          </a:lnSpc>
          <a:defRPr sz="1000" dirty="0" smtClean="0">
            <a:latin typeface="+mn-lt"/>
          </a:defRPr>
        </a:defPPr>
      </a:lstStyle>
    </a:txDef>
  </a:objectDefaults>
  <a:extraClrSchemeLst>
    <a:extraClrScheme>
      <a:clrScheme name="18_Blank 1">
        <a:dk1>
          <a:srgbClr val="000000"/>
        </a:dk1>
        <a:lt1>
          <a:srgbClr val="FFFFFF"/>
        </a:lt1>
        <a:dk2>
          <a:srgbClr val="002776"/>
        </a:dk2>
        <a:lt2>
          <a:srgbClr val="FFFFFF"/>
        </a:lt2>
        <a:accent1>
          <a:srgbClr val="002776"/>
        </a:accent1>
        <a:accent2>
          <a:srgbClr val="92D400"/>
        </a:accent2>
        <a:accent3>
          <a:srgbClr val="FFFFFF"/>
        </a:accent3>
        <a:accent4>
          <a:srgbClr val="000000"/>
        </a:accent4>
        <a:accent5>
          <a:srgbClr val="AAACBD"/>
        </a:accent5>
        <a:accent6>
          <a:srgbClr val="84C000"/>
        </a:accent6>
        <a:hlink>
          <a:srgbClr val="00A1DE"/>
        </a:hlink>
        <a:folHlink>
          <a:srgbClr val="72C7E7"/>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DDocumentSource xmlns="b2777e8a-89a9-4401-8efd-f2787ffefdf8">OfficeAddIn</SDDocumentSource>
    <AutoNumber xmlns="b2777e8a-89a9-4401-8efd-f2787ffefdf8">426334618</AutoNumber>
    <SDOriginalID xmlns="b2777e8a-89a9-4401-8efd-f2787ffefdf8" xsi:nil="true"/>
    <SDAuthor xmlns="b2777e8a-89a9-4401-8efd-f2787ffefdf8">ליאת שירן</SDAuthor>
    <Nignaz xmlns="259059E7-4242-40BE-BF07-CF9C61A6A365" xsi:nil="true"/>
    <SDCategories xmlns="b2777e8a-89a9-4401-8efd-f2787ffefdf8">:מגדלים 6:אגף תקציבים:תכניות עבודה:תכנון אסטרטגי 19:מתכנון ליישום;#</SDCategories>
    <SDImportance xmlns="b2777e8a-89a9-4401-8efd-f2787ffefdf8">0</SDImportance>
    <SDLastSigningDate xmlns="b2777e8a-89a9-4401-8efd-f2787ffefdf8" xsi:nil="true"/>
    <SDMailOut xmlns="b2777e8a-89a9-4401-8efd-f2787ffefdf8" xsi:nil="true"/>
    <Nishlach xmlns="259059E7-4242-40BE-BF07-CF9C61A6A365" xsi:nil="true"/>
    <SDAsmachta xmlns="b2777e8a-89a9-4401-8efd-f2787ffefdf8" xsi:nil="true"/>
    <SDOfflineTo xmlns="b2777e8a-89a9-4401-8efd-f2787ffefdf8" xsi:nil="true"/>
    <Ny xmlns="b2777e8a-89a9-4401-8efd-f2787ffefdf8">דואר יוצא</Ny>
    <_x05e9__x05dd__x0020__x05d4__x05e0__x05de__x05e2__x05df_ xmlns="259059E7-4242-40BE-BF07-CF9C61A6A365" xsi:nil="true"/>
    <SDCategoryID xmlns="b2777e8a-89a9-4401-8efd-f2787ffefdf8">f6bef8f59f3d;#</SDCategoryID>
    <SDDocDate xmlns="b2777e8a-89a9-4401-8efd-f2787ffefdf8">2018-07-30T21:00:00+00:00</SDDocDate>
    <SDNumOfSignatures xmlns="b2777e8a-89a9-4401-8efd-f2787ffefdf8" xsi:nil="true"/>
    <SDSignersLogins xmlns="b2777e8a-89a9-4401-8efd-f2787ffefdf8" xsi:nil="true"/>
    <SDExternalEntityConnected xmlns="b2777e8a-89a9-4401-8efd-f2787ffefdf8" xsi:nil="true"/>
    <NameMiaen xmlns="259059E7-4242-40BE-BF07-CF9C61A6A365" xsi:nil="true"/>
    <SDHebDate xmlns="b2777e8a-89a9-4401-8efd-f2787ffefdf8">י"ט באב, התשע"ח</SDHebDate>
  </documentManagement>
</p:properties>
</file>

<file path=customXml/item3.xml><?xml version="1.0" encoding="utf-8"?>
<ct:contentTypeSchema xmlns:ct="http://schemas.microsoft.com/office/2006/metadata/contentType" xmlns:ma="http://schemas.microsoft.com/office/2006/metadata/properties/metaAttributes" ct:_="" ma:_="" ma:contentTypeName="אגף תקציבים - דואר יוצא" ma:contentTypeID="0x0101006295B2BB7C76AE4F9A31D27C8947EBBB6200D6381DB5FD689B4C8B5A82A99A04D34D" ma:contentTypeVersion="38" ma:contentTypeDescription="צור מסמך חדש." ma:contentTypeScope="" ma:versionID="a80d689a48d8368901b084509c9ea66a">
  <xsd:schema xmlns:xsd="http://www.w3.org/2001/XMLSchema" xmlns:xs="http://www.w3.org/2001/XMLSchema" xmlns:p="http://schemas.microsoft.com/office/2006/metadata/properties" xmlns:ns1="259059E7-4242-40BE-BF07-CF9C61A6A365" xmlns:ns2="b2777e8a-89a9-4401-8efd-f2787ffefdf8" targetNamespace="http://schemas.microsoft.com/office/2006/metadata/properties" ma:root="true" ma:fieldsID="aa75dc9fc8401507313ad52e9eb52a56" ns1:_="" ns2:_="">
    <xsd:import namespace="259059E7-4242-40BE-BF07-CF9C61A6A365"/>
    <xsd:import namespace="b2777e8a-89a9-4401-8efd-f2787ffefdf8"/>
    <xsd:element name="properties">
      <xsd:complexType>
        <xsd:sequence>
          <xsd:element name="documentManagement">
            <xsd:complexType>
              <xsd:all>
                <xsd:element ref="ns1:NameMiaen" minOccurs="0"/>
                <xsd:element ref="ns2:Ny" minOccurs="0"/>
                <xsd:element ref="ns2:SDMailOut" minOccurs="0"/>
                <xsd:element ref="ns1:Nignaz" minOccurs="0"/>
                <xsd:element ref="ns1:_x05e9__x05dd__x0020__x05d4__x05e0__x05de__x05e2__x05df_" minOccurs="0"/>
                <xsd:element ref="ns1:Nishlach" minOccurs="0"/>
                <xsd:element ref="ns2:AutoNumber" minOccurs="0"/>
                <xsd:element ref="ns2:SDCategories" minOccurs="0"/>
                <xsd:element ref="ns2:SDCategoryID" minOccurs="0"/>
                <xsd:element ref="ns2:SDAuthor" minOccurs="0"/>
                <xsd:element ref="ns2:SDDocDate" minOccurs="0"/>
                <xsd:element ref="ns2:SDHebDate" minOccurs="0"/>
                <xsd:element ref="ns2:SDOriginalID" minOccurs="0"/>
                <xsd:element ref="ns2:SDOfflineTo" minOccurs="0"/>
                <xsd:element ref="ns2:SDAsmachta" minOccurs="0"/>
                <xsd:element ref="ns2:SDImportance" minOccurs="0"/>
                <xsd:element ref="ns2:SDDocumentSource" minOccurs="0"/>
                <xsd:element ref="ns2:SDLastSigningDate" minOccurs="0"/>
                <xsd:element ref="ns2:SDNumOfSignatures" minOccurs="0"/>
                <xsd:element ref="ns2:SDSignersLogins" minOccurs="0"/>
                <xsd:element ref="ns2:SDExternalEntityConnect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9059E7-4242-40BE-BF07-CF9C61A6A365" elementFormDefault="qualified">
    <xsd:import namespace="http://schemas.microsoft.com/office/2006/documentManagement/types"/>
    <xsd:import namespace="http://schemas.microsoft.com/office/infopath/2007/PartnerControls"/>
    <xsd:element name="NameMiaen" ma:index="0" nillable="true" ma:displayName="שם השולח-" ma:description="בשימוש תקציבים" ma:internalName="NameMiaen">
      <xsd:simpleType>
        <xsd:restriction base="dms:Text">
          <xsd:maxLength value="255"/>
        </xsd:restriction>
      </xsd:simpleType>
    </xsd:element>
    <xsd:element name="Nignaz" ma:index="3" nillable="true" ma:displayName="נגנז" ma:format="Dropdown" ma:internalName="Nignaz">
      <xsd:simpleType>
        <xsd:union memberTypes="dms:Text">
          <xsd:simpleType>
            <xsd:restriction base="dms:Choice">
              <xsd:enumeration value="לא"/>
              <xsd:enumeration value="כן"/>
            </xsd:restriction>
          </xsd:simpleType>
        </xsd:union>
      </xsd:simpleType>
    </xsd:element>
    <xsd:element name="_x05e9__x05dd__x0020__x05d4__x05e0__x05de__x05e2__x05df_" ma:index="4" nillable="true" ma:displayName="שם הנמען" ma:description="בשימוש תקציבים" ma:internalName="_x05e9__x05dd__x0020__x05d4__x05e0__x05de__x05e2__x05df_">
      <xsd:simpleType>
        <xsd:restriction base="dms:Text">
          <xsd:maxLength value="255"/>
        </xsd:restriction>
      </xsd:simpleType>
    </xsd:element>
    <xsd:element name="Nishlach" ma:index="5" nillable="true" ma:displayName="נשלח" ma:format="Dropdown" ma:internalName="Nishlach">
      <xsd:simpleType>
        <xsd:restriction base="dms:Choice">
          <xsd:enumeration value="לא"/>
          <xsd:enumeration value="כן"/>
        </xsd:restriction>
      </xsd:simpleType>
    </xsd:element>
  </xsd:schema>
  <xsd:schema xmlns:xsd="http://www.w3.org/2001/XMLSchema" xmlns:xs="http://www.w3.org/2001/XMLSchema" xmlns:dms="http://schemas.microsoft.com/office/2006/documentManagement/types" xmlns:pc="http://schemas.microsoft.com/office/infopath/2007/PartnerControls" targetNamespace="b2777e8a-89a9-4401-8efd-f2787ffefdf8" elementFormDefault="qualified">
    <xsd:import namespace="http://schemas.microsoft.com/office/2006/documentManagement/types"/>
    <xsd:import namespace="http://schemas.microsoft.com/office/infopath/2007/PartnerControls"/>
    <xsd:element name="Ny" ma:index="1" nillable="true" ma:displayName="נכנס/יוצא" ma:default="דואר יוצא" ma:format="Dropdown" ma:internalName="Ny">
      <xsd:simpleType>
        <xsd:restriction base="dms:Choice">
          <xsd:enumeration value="דואר יוצא"/>
          <xsd:enumeration value="דואר נכנס"/>
        </xsd:restriction>
      </xsd:simpleType>
    </xsd:element>
    <xsd:element name="SDMailOut" ma:index="2" nillable="true" ma:displayName="אל ועותק" ma:internalName="SDMailOut">
      <xsd:simpleType>
        <xsd:restriction base="dms:Note">
          <xsd:maxLength value="255"/>
        </xsd:restriction>
      </xsd:simpleType>
    </xsd:element>
    <xsd:element name="AutoNumber" ma:index="6" nillable="true" ma:displayName="סימוכין" ma:indexed="true" ma:internalName="AutoNumber">
      <xsd:simpleType>
        <xsd:restriction base="dms:Text"/>
      </xsd:simpleType>
    </xsd:element>
    <xsd:element name="SDCategories" ma:index="7" nillable="true" ma:displayName="נושאים" ma:internalName="SDCategories" ma:readOnly="false">
      <xsd:simpleType>
        <xsd:restriction base="dms:Note"/>
      </xsd:simpleType>
    </xsd:element>
    <xsd:element name="SDCategoryID" ma:index="8" nillable="true" ma:displayName="SDCategoryID" ma:indexed="true" ma:internalName="SDCategoryID">
      <xsd:simpleType>
        <xsd:restriction base="dms:Text"/>
      </xsd:simpleType>
    </xsd:element>
    <xsd:element name="SDAuthor" ma:index="9" nillable="true" ma:displayName="מחבר" ma:indexed="true" ma:internalName="SDAuthor">
      <xsd:simpleType>
        <xsd:restriction base="dms:Text"/>
      </xsd:simpleType>
    </xsd:element>
    <xsd:element name="SDDocDate" ma:index="10" nillable="true" ma:displayName="תאריך המסמך" ma:indexed="true" ma:internalName="SDDocDate">
      <xsd:simpleType>
        <xsd:restriction base="dms:DateTime"/>
      </xsd:simpleType>
    </xsd:element>
    <xsd:element name="SDHebDate" ma:index="11" nillable="true" ma:displayName="SDHebDate" ma:internalName="SDHebDate">
      <xsd:simpleType>
        <xsd:restriction base="dms:Text"/>
      </xsd:simpleType>
    </xsd:element>
    <xsd:element name="SDOriginalID" ma:index="12" nillable="true" ma:displayName="SDOriginalID" ma:internalName="SDOriginalID">
      <xsd:simpleType>
        <xsd:restriction base="dms:Text"/>
      </xsd:simpleType>
    </xsd:element>
    <xsd:element name="SDOfflineTo" ma:index="13" nillable="true" ma:displayName="SDOfflineTo" ma:internalName="SDOfflineTo">
      <xsd:simpleType>
        <xsd:restriction base="dms:Text"/>
      </xsd:simpleType>
    </xsd:element>
    <xsd:element name="SDAsmachta" ma:index="14" nillable="true" ma:displayName="אסמכתא" ma:internalName="SDAsmachta">
      <xsd:simpleType>
        <xsd:restriction base="dms:Text"/>
      </xsd:simpleType>
    </xsd:element>
    <xsd:element name="SDImportance" ma:index="15" nillable="true" ma:displayName="חשיבות" ma:internalName="SDImportance">
      <xsd:simpleType>
        <xsd:restriction base="dms:Number"/>
      </xsd:simpleType>
    </xsd:element>
    <xsd:element name="SDDocumentSource" ma:index="16" nillable="true" ma:displayName="מקור המסמך" ma:internalName="SDDocumentSource">
      <xsd:simpleType>
        <xsd:restriction base="dms:Choice">
          <xsd:enumeration value="SDFileUpload"/>
          <xsd:enumeration value="SDNewFile"/>
          <xsd:enumeration value="SDMultiFilesUpload"/>
          <xsd:enumeration value="OutlookExtender"/>
          <xsd:enumeration value="SDMigration"/>
          <xsd:enumeration value="OfficeAddIn"/>
          <xsd:enumeration value="ArchiveScan"/>
          <xsd:enumeration value="PCDocs"/>
          <xsd:enumeration value="PST"/>
          <xsd:enumeration value="D2K"/>
          <xsd:enumeration value="Menahel"/>
          <xsd:enumeration value="ShipmentLoader"/>
          <xsd:enumeration value="PoliceOffices"/>
          <xsd:enumeration value="AGATForms"/>
          <xsd:enumeration value="SDK"/>
          <xsd:enumeration value="Other"/>
        </xsd:restriction>
      </xsd:simpleType>
    </xsd:element>
    <xsd:element name="SDLastSigningDate" ma:index="17" nillable="true" ma:displayName="SDLastSigningDate" ma:internalName="SDLastSigningDate">
      <xsd:simpleType>
        <xsd:restriction base="dms:DateTime"/>
      </xsd:simpleType>
    </xsd:element>
    <xsd:element name="SDNumOfSignatures" ma:index="18" nillable="true" ma:displayName="SDNumOfSignatures" ma:internalName="SDNumOfSignatures">
      <xsd:simpleType>
        <xsd:restriction base="dms:Number"/>
      </xsd:simpleType>
    </xsd:element>
    <xsd:element name="SDSignersLogins" ma:index="19" nillable="true" ma:displayName="SDSignersLogins" ma:internalName="SDSignersLogins">
      <xsd:simpleType>
        <xsd:restriction base="dms:Text"/>
      </xsd:simpleType>
    </xsd:element>
    <xsd:element name="SDExternalEntityConnected" ma:index="20" nillable="true" ma:displayName="מקושר לאפליקציה חיצונית" ma:internalName="SDExternalEntityConnected">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xsd:element ref="dc:title" minOccurs="0" maxOccurs="1"/>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8BB67CB-5129-465B-9475-4C842B6AD30A}">
  <ds:schemaRefs>
    <ds:schemaRef ds:uri="http://schemas.microsoft.com/sharepoint/v3/contenttype/forms"/>
  </ds:schemaRefs>
</ds:datastoreItem>
</file>

<file path=customXml/itemProps2.xml><?xml version="1.0" encoding="utf-8"?>
<ds:datastoreItem xmlns:ds="http://schemas.openxmlformats.org/officeDocument/2006/customXml" ds:itemID="{A08B6C25-0752-4B7A-BE6E-9EE48F207E30}">
  <ds:schemaRefs>
    <ds:schemaRef ds:uri="http://schemas.microsoft.com/office/2006/documentManagement/types"/>
    <ds:schemaRef ds:uri="http://schemas.openxmlformats.org/package/2006/metadata/core-properties"/>
    <ds:schemaRef ds:uri="259059E7-4242-40BE-BF07-CF9C61A6A365"/>
    <ds:schemaRef ds:uri="http://purl.org/dc/dcmitype/"/>
    <ds:schemaRef ds:uri="http://schemas.microsoft.com/office/infopath/2007/PartnerControls"/>
    <ds:schemaRef ds:uri="http://purl.org/dc/elements/1.1/"/>
    <ds:schemaRef ds:uri="http://schemas.microsoft.com/office/2006/metadata/properties"/>
    <ds:schemaRef ds:uri="b2777e8a-89a9-4401-8efd-f2787ffefdf8"/>
    <ds:schemaRef ds:uri="http://www.w3.org/XML/1998/namespace"/>
    <ds:schemaRef ds:uri="http://purl.org/dc/terms/"/>
  </ds:schemaRefs>
</ds:datastoreItem>
</file>

<file path=customXml/itemProps3.xml><?xml version="1.0" encoding="utf-8"?>
<ds:datastoreItem xmlns:ds="http://schemas.openxmlformats.org/officeDocument/2006/customXml" ds:itemID="{F4457CD9-4EC9-43CC-BBE3-2C982CB07C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9059E7-4242-40BE-BF07-CF9C61A6A365"/>
    <ds:schemaRef ds:uri="b2777e8a-89a9-4401-8efd-f2787ffefdf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9759</TotalTime>
  <Words>1979</Words>
  <Application>Microsoft Office PowerPoint</Application>
  <PresentationFormat>מסך רחב</PresentationFormat>
  <Paragraphs>358</Paragraphs>
  <Slides>28</Slides>
  <Notes>4</Notes>
  <HiddenSlides>0</HiddenSlides>
  <MMClips>0</MMClips>
  <ScaleCrop>false</ScaleCrop>
  <HeadingPairs>
    <vt:vector size="6" baseType="variant">
      <vt:variant>
        <vt:lpstr>גופנים בשימוש</vt:lpstr>
      </vt:variant>
      <vt:variant>
        <vt:i4>8</vt:i4>
      </vt:variant>
      <vt:variant>
        <vt:lpstr>ערכת נושא</vt:lpstr>
      </vt:variant>
      <vt:variant>
        <vt:i4>2</vt:i4>
      </vt:variant>
      <vt:variant>
        <vt:lpstr>כותרות שקופיות</vt:lpstr>
      </vt:variant>
      <vt:variant>
        <vt:i4>28</vt:i4>
      </vt:variant>
    </vt:vector>
  </HeadingPairs>
  <TitlesOfParts>
    <vt:vector size="38" baseType="lpstr">
      <vt:lpstr>Arial</vt:lpstr>
      <vt:lpstr>Bebas Neue</vt:lpstr>
      <vt:lpstr>Calibri</vt:lpstr>
      <vt:lpstr>David</vt:lpstr>
      <vt:lpstr>Narkisim</vt:lpstr>
      <vt:lpstr>Poppins</vt:lpstr>
      <vt:lpstr>Times New Roman</vt:lpstr>
      <vt:lpstr>Wingdings</vt:lpstr>
      <vt:lpstr>24_Blank</vt:lpstr>
      <vt:lpstr>25_Blank</vt:lpstr>
      <vt:lpstr>מצגת של PowerPoint‏</vt:lpstr>
      <vt:lpstr>תשתית ארגונית של מניעת זיהומים:  מבנה היחידה/ המערך</vt:lpstr>
      <vt:lpstr>הצגת המרכז הגריאטרי</vt:lpstr>
      <vt:lpstr>התערבות ויישום: פעילות בנושא היגיינת ידיים </vt:lpstr>
      <vt:lpstr>הדרכת צוות ללבישת אמצעי מיגון ופשיטתם קביעת אזורי התמגנות : 26.04.22 ,3.07.22. 27.10.22</vt:lpstr>
      <vt:lpstr>הגדרת אוכלוסייה ומאפייניה</vt:lpstr>
      <vt:lpstr>מצגת של PowerPoint‏</vt:lpstr>
      <vt:lpstr>מצגת של PowerPoint‏</vt:lpstr>
      <vt:lpstr>השפעה של משוב מידי על היענות להיגיינת  ידיים</vt:lpstr>
      <vt:lpstr>אסטרטגיה מוסדית לשיפור היענות היגיינת ידיים</vt:lpstr>
      <vt:lpstr>היענות היגיינית ידיים –לפי מחלקות ולפי סקטורים נבחרים</vt:lpstr>
      <vt:lpstr>היענות היגיינית ידיים –לפי מחלקות ולפי סקטורים נבחרים</vt:lpstr>
      <vt:lpstr>היענות היגיינית ידיים –לפי מחלקות ולפי סקטורים נבחרים</vt:lpstr>
      <vt:lpstr>היענות היגיינית ידיים –לפי מחלקות ולפי סקטורים נבחרים</vt:lpstr>
      <vt:lpstr>היענות להיגניית ידיים לפי סקטורים </vt:lpstr>
      <vt:lpstr>היענות להיגניית ידיים- התפלגות מחלקתית  </vt:lpstr>
      <vt:lpstr>התערבות ויישום:  פעילות בנושא היגיינת ידיים</vt:lpstr>
      <vt:lpstr>התערבות ויישום:  פעילות בנושא חיידקים יציבים ובידוד מגע</vt:lpstr>
      <vt:lpstr>התערבות ויישום: פעילות בנושא חיידקים יציבים ובידוד מגע</vt:lpstr>
      <vt:lpstr>שילוט וארגון חדר בידוד ושירותים   </vt:lpstr>
      <vt:lpstr>התערבות ויישום:  פעילות בנושא חיידקים יציבים ובידוד מגע    </vt:lpstr>
      <vt:lpstr>ממצאי בקרות בידוד במחלקות השונות </vt:lpstr>
      <vt:lpstr>התערבות ויישום: פעילות בנושא שימוש מושכל באנטיביוטיקה</vt:lpstr>
      <vt:lpstr>התערבות ויישום:   פעילות בנושא ניקיון: בקרות ניקיון, גרפים /טבלאות, כלי בקרה , וכן דוחות סיכום</vt:lpstr>
      <vt:lpstr>התערבות ויישום:   פעילות בנושאים נוספים (לבחירה)</vt:lpstr>
      <vt:lpstr>התערבות ויישום:   פעילות בנושאים נוספים (לבחירה)</vt:lpstr>
      <vt:lpstr>חיסונים לצוות בבית הדר חיסוני קורונה עובדים ,  מעקב חיסוני קורונה מטופלים,  ..\..\..\..\מזכירות\מזכירות רפואיות\חיסוני שפעת\חיסוני שפעת עובדים 2022\חיסוני שפעת עובדים2022.xlsx  </vt:lpstr>
      <vt:lpstr>   סיכום ומסקנות:</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מתכנון ליישום- מצגת גרסה 8</dc:title>
  <dc:creator>Chen Kafka</dc:creator>
  <cp:lastModifiedBy>Maya Shkolnic</cp:lastModifiedBy>
  <cp:revision>537</cp:revision>
  <dcterms:created xsi:type="dcterms:W3CDTF">2018-07-31T15:10:30Z</dcterms:created>
  <dcterms:modified xsi:type="dcterms:W3CDTF">2024-02-18T07:55:25Z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0x0101006295B2BB7C76AE4F9A31D27C8947EBBB6200D6381DB5FD689B4C8B5A82A99A04D34D</vt:lpwstr>
  </property>
</Properties>
</file>