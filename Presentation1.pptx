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5" r:id="rId4"/>
    <p:sldId id="277" r:id="rId5"/>
    <p:sldId id="260" r:id="rId6"/>
    <p:sldId id="267" r:id="rId7"/>
    <p:sldId id="274" r:id="rId8"/>
    <p:sldId id="273" r:id="rId9"/>
    <p:sldId id="397" r:id="rId10"/>
    <p:sldId id="276" r:id="rId11"/>
    <p:sldId id="291" r:id="rId12"/>
    <p:sldId id="292" r:id="rId13"/>
    <p:sldId id="283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47" d="100"/>
          <a:sy n="47" d="100"/>
        </p:scale>
        <p:origin x="72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09BB-90CC-E981-B3BE-BCE84DA47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BDB9F-60A5-757C-81E4-062858F52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2131C-6F91-3A89-0959-ECBBEDA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94662-F0B8-6018-84BD-99319A94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F35E-B670-3206-66B6-59830038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4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B25A-64EA-A0E2-3AA7-F6299180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088D4-E2B5-CB90-92C8-D21B31EA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8091A-8C4D-AA94-FA59-CF4DB448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D6EEE-FA84-55EA-661E-B20942D7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99FDF-DA1A-25DC-5612-FB67B8CF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7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C29C-286F-90AE-A2DA-6F63D237A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68094-9194-517F-22BA-5ACE53084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320E-6723-EFEF-9E72-2E5A654B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D9CB3-97D1-5258-57AF-2E21A779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BA5B-232F-0573-52C0-AF0CC267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5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BF8C-4A39-3B64-24AA-5B7D57F6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8A9B-9F9A-4E1C-18F7-1D23EBBCF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CF9F-2F5E-C3F6-C691-2EB0E20E1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6568B-FEA3-2A15-B1CF-877CB1A4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188EF-5D66-54D3-9AA1-DE695271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5DE83-1DDB-9B08-19BA-BD9480D1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9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92F8-FC56-4A6A-F88E-1367A490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D3BD-B662-21DF-982A-C77B1DA4F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12A12-23C1-92AD-72B3-0100D8B0F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81FB7-E62A-4740-5A6A-55EBCB52D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5A912-4715-8411-FAF4-49DAD745A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8DD40-2E00-290D-C67A-571072AD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21B8-0ACE-856C-1296-DA759EB2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650BD-31A0-A09D-709E-DDFD430F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9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0E4-B64A-1081-D819-EA169809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7C881-CB21-35C6-DF37-D14D6E10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6D30D-C335-CC4C-2FC5-E2B74073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C5067-E078-E213-7693-A0B23CD4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1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09D87-D79F-BDA4-97BC-D48264A9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15E74-9872-3E6D-0A63-E3702540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41F27-1E79-101D-E1C7-76127D6C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8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7A0A-147D-4955-ABE4-385C368BA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F211-AA53-39BB-1095-85ECB51D7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07AB8-7237-F5BB-DBF2-4CF1FF19F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5FB71-AA63-EAAA-CD63-3DA92C4E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FCEDC-8038-476B-3427-4308CF27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7974D-80AB-B8B6-4516-30714CE3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7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FEFB-60C1-F4A2-445E-9851BF35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86F3A-A966-180D-F430-7B9AA3C0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08887-355F-B47F-CAB3-830554DEB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B0A18-3DC6-9D50-86A4-38D3A91D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1400B-2D98-31E2-A4AA-9A0FD416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2548C-5533-2560-6371-6C45537E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6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6E4B-2A77-9DB5-ADEC-C1A9E89D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9E4FB-C652-C375-7981-646BAD75C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D4E11-4782-7B9B-41A4-C4B5D2D6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8997C-1C8A-76F5-6CF9-B8AD9D23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D117-25C5-A7B2-5258-FAA5B8B6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304922-2F72-1454-9282-E56A909A5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D5944-496B-8805-F79D-EA9902FA4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D10A-89CF-1B98-A1A2-7D15DC33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9B204-15A1-AC30-7834-CFB54A52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8D503-1BF2-096D-E3F2-472B6D92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3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37C6F-08FF-2B50-13EA-6970A090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3663-77C6-9C66-2027-803F40D7E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FCBF2-2386-95FE-656F-EA0B0AEC9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89EC4-9AEA-41FC-8917-19AE9DD8A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BE6C-C88B-BA06-DD64-C5DDA5F30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79E29-84F0-5632-4680-3A97976B0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0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261E-BE60-77C9-1C87-AED940B8E2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D5203-00A4-1D51-7AB1-7B355DD76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63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7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57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05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Gazit Gil</dc:creator>
  <cp:lastModifiedBy>Gazit Gil</cp:lastModifiedBy>
  <cp:revision>3</cp:revision>
  <dcterms:created xsi:type="dcterms:W3CDTF">2026-06-16T14:55:45Z</dcterms:created>
  <dcterms:modified xsi:type="dcterms:W3CDTF">2026-06-16T15:04:20Z</dcterms:modified>
</cp:coreProperties>
</file>